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2e1bafb916db44ea" Type="http://schemas.openxmlformats.org/officeDocument/2006/relationships/extended-properties" Target="/docProps/app.xml"/><Relationship Id="R34d0974eedc94937" Type="http://schemas.openxmlformats.org/package/2006/relationships/metadata/core-properties" Target="/docProps/core.xml"/><Relationship Id="rId1" Type="http://schemas.openxmlformats.org/officeDocument/2006/relationships/custom-properties" Target="docProps/custom.xml"/><Relationship Id="Ra5e164a0295e49ac" Type="http://schemas.openxmlformats.org/officeDocument/2006/relationships/officeDocument" Target="/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c205475a77446b"/>
  </p:sldMasterIdLst>
  <p:notesMasterIdLst>
    <p:notesMasterId xmlns:r="http://schemas.openxmlformats.org/officeDocument/2006/relationships" r:id="Rb8cd845d52e44a46"/>
  </p:notesMasterIdLst>
  <p:sldIdLst>
    <p:sldId xmlns:r="http://schemas.openxmlformats.org/officeDocument/2006/relationships" id="256" r:id="R59858a45c7274110"/>
  </p:sldIdLst>
  <p:sldSz cx="9144000" cy="6858000"/>
  <p:notesSz cx="6858000" cy="9144000"/>
  <p:defaultTextStyle>
    <a:defPPr xmlns:a="http://schemas.openxmlformats.org/drawingml/2006/main">
      <a:buNone/>
    </a:defPPr>
    <a:lvl1pPr xmlns:a="http://schemas.openxmlformats.org/drawingml/2006/main" algn="l">
      <a:spcBef>
        <a:spcPct val="50000"/>
      </a:spcBef>
      <a:spcAft>
        <a:spcPct val="0"/>
      </a:spcAft>
      <a:buNone/>
      <a:defRPr sz="2667" kern="120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L="609580" algn="l">
      <a:spcBef>
        <a:spcPct val="50000"/>
      </a:spcBef>
      <a:spcAft>
        <a:spcPct val="0"/>
      </a:spcAft>
      <a:buNone/>
      <a:defRPr sz="2667" kern="120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L="1219160" algn="l">
      <a:spcBef>
        <a:spcPct val="50000"/>
      </a:spcBef>
      <a:spcAft>
        <a:spcPct val="0"/>
      </a:spcAft>
      <a:buNone/>
      <a:defRPr sz="2667" kern="120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L="1828738" algn="l">
      <a:spcBef>
        <a:spcPct val="50000"/>
      </a:spcBef>
      <a:spcAft>
        <a:spcPct val="0"/>
      </a:spcAft>
      <a:buNone/>
      <a:defRPr sz="2667" kern="120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L="2438319" algn="l">
      <a:spcBef>
        <a:spcPct val="50000"/>
      </a:spcBef>
      <a:spcAft>
        <a:spcPct val="0"/>
      </a:spcAft>
      <a:buNone/>
      <a:defRPr sz="2667" kern="120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L="3047898" algn="l" defTabSz="1219160">
      <a:buNone/>
      <a:defRPr sz="2667" kern="120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L="3657478" algn="l" defTabSz="1219160">
      <a:buNone/>
      <a:defRPr sz="2667" kern="120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L="4267057" algn="l" defTabSz="1219160">
      <a:buNone/>
      <a:defRPr sz="2667" kern="120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L="4876637" algn="l" defTabSz="1219160">
      <a:buNone/>
      <a:defRPr sz="2667" kern="120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1EBBBCC-DAD2-459C-BE2E-F6DE35CF9A28}" styleName="Dunkle Formatvorlage 2 - Akzent 3/Akz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unkle Formatvorlage 2 - Akzent 1/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unkle Formatvorlag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46F890A9-2807-4EBB-B81D-B2AA78EC7F39}" styleName="Dunkle Formatvorlage 2 - Akzent 5/Akz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0f6a939f640c4198" Type="http://schemas.openxmlformats.org/officeDocument/2006/relationships/presProps" Target="/ppt/presProps.xml"/><Relationship Id="Rb8cd845d52e44a46" Type="http://schemas.openxmlformats.org/officeDocument/2006/relationships/notesMaster" Target="/ppt/notesMasters/notesMaster1.xml"/><Relationship Id="R59858a45c7274110" Type="http://schemas.openxmlformats.org/officeDocument/2006/relationships/slide" Target="/ppt/slides/slide1.xml"/><Relationship Id="rId3" Type="http://schemas.openxmlformats.org/officeDocument/2006/relationships/customXml" Target="../customXml/item3.xml"/><Relationship Id="R9b882ce04a264284" Type="http://schemas.openxmlformats.org/officeDocument/2006/relationships/viewProps" Target="/ppt/viewProps.xml"/><Relationship Id="R1ee8ede416384a86" Type="http://schemas.openxmlformats.org/officeDocument/2006/relationships/tableStyles" Target="/ppt/tableStyles.xml"/><Relationship Id="R23c205475a77446b" Type="http://schemas.openxmlformats.org/officeDocument/2006/relationships/slideMaster" Target="/ppt/slideMasters/slide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83b1a516bc934139" Type="http://schemas.openxmlformats.org/officeDocument/2006/relationships/theme" Target="/ppt/theme/theme1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0d8950fe8440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VxTheme2020ArialMSJhengHei">
  <a:themeElements>
    <a:clrScheme name="VxColors2020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DADADA"/>
      </a:accent1>
      <a:accent2>
        <a:srgbClr val="C8C8C8"/>
      </a:accent2>
      <a:accent3>
        <a:srgbClr val="B2B2B2"/>
      </a:accent3>
      <a:accent4>
        <a:srgbClr val="8B8B8B"/>
      </a:accent4>
      <a:accent5>
        <a:srgbClr val="646567"/>
      </a:accent5>
      <a:accent6>
        <a:srgbClr val="555555"/>
      </a:accent6>
      <a:hlink>
        <a:srgbClr val="000000"/>
      </a:hlink>
      <a:folHlink>
        <a:srgbClr val="B2B2B2"/>
      </a:folHlink>
    </a:clrScheme>
    <a:fontScheme name="Victorinox">
      <a:majorFont>
        <a:latin typeface="Arial"/>
        <a:ea typeface="Microsoft JhengHei"/>
        <a:cs typeface=""/>
      </a:majorFont>
      <a:minorFont>
        <a:latin typeface="Arial"/>
        <a:ea typeface="Microsoft JhengHei"/>
        <a:cs typeface=""/>
      </a:minorFont>
    </a:fontScheme>
    <a:fmtScheme name="VxColors202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7f49d010044aa3" /><Relationship Type="http://schemas.openxmlformats.org/officeDocument/2006/relationships/notesMaster" Target="/ppt/notesMasters/notesMaster1.xml" Id="Rafe5d06cb8cf49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Primäres Ziel: Ein Foto eines Konkurrenzprodukts erkennen und anhand der Produktdaten wie Grösse, Funktionen und weiteren Merkmalen ein oder mehrere passende Victorinox-Produkte vorschlagen. Optional können die Vorschläge nach Übereinstimmung gewichtet oder priorisiert werden. Der anfängliche Fokus ist SAK (Swiss Army Knife). Ziel ist ein mobiler Prototyp mit einer Live-Demo. Die Kameraansicht ist illustrativ, kein Screenshot einer bestehenden App. Keine konkreten Matching-Ergebnisse oder Scores dargestellt.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Grundlage: bereitgestellte Case-Beschreibung und konkretisierter SAK-Anwendungsfall. Designvorlage: Vx.potx.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Konkurrenzprodukt-Beispiel: SWIZA D03 AM – Black, SKU KNI.0036.1010. Originalproduktbild vom offiziellen Hersteller. Produktseite: https://swiza.com/products/d-03-am?variant=50181620334923 . Bild: https://swiza.com/cdn/shop/files/KNI.0036.1010.png?v=1723457054 . Abruf: 14.10.2026. Das Beispiel zeigt nur die Eingabe und stellt keinen bereits berechneten Victorinox-Match dar.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d3a662a516442a" /><Relationship Type="http://schemas.openxmlformats.org/officeDocument/2006/relationships/image" Target="/ppt/media/image.jpeg" Id="Rd5671c14997f43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f4e3ed598d4e2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1164e689884fc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bdbf06db274ba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aafbeaf39e443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66bde73ae14f7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d4fb78897e4d1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d5a059755941a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0a4de5588a493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99c84c0d7a48e5" /><Relationship Type="http://schemas.openxmlformats.org/officeDocument/2006/relationships/image" Target="/ppt/media/image2.jpeg" Id="R6599b805de28409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c9aeca1c244ec0" /><Relationship Type="http://schemas.openxmlformats.org/officeDocument/2006/relationships/image" Target="/ppt/media/image3.jpeg" Id="Rd83bd9b4bf5d4ad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b35d40acad4729" /><Relationship Type="http://schemas.openxmlformats.org/officeDocument/2006/relationships/image" Target="/ppt/media/image2.png" Id="R930c9ec6e352412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f84da687584911" /><Relationship Type="http://schemas.openxmlformats.org/officeDocument/2006/relationships/image" Target="/ppt/media/image4.jpeg" Id="Rf45a2f1410d34ad6" /></Relationships>
</file>

<file path=ppt/slideLayouts/slideLayout1.xml><?xml version="1.0" encoding="utf-8"?>
<p:sldLayout xmlns:p="http://schemas.openxmlformats.org/presentationml/2006/main" showMasterSp="0" preserve="1" userDrawn="1">
  <p:cSld name="title corporate image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Grafik 3">
            <a:extLst xmlns:a="http://schemas.openxmlformats.org/drawingml/2006/main">
              <a:ext uri="{FF2B5EF4-FFF2-40B4-BE49-F238E27FC236}">
                <a16:creationId xmlns:a16="http://schemas.microsoft.com/office/drawing/2014/main" id="{F03D1358-96C6-492A-9983-8C4B2F0103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671c14997f43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777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9" name="Titelbild">
            <a:extLst xmlns:a="http://schemas.openxmlformats.org/drawingml/2006/main">
              <a:ext uri="{FF2B5EF4-FFF2-40B4-BE49-F238E27FC236}">
                <a16:creationId xmlns:a16="http://schemas.microsoft.com/office/drawing/2014/main" id="{DFC03D07-C29A-408A-B82C-A4F756D7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9144000" cy="6857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vert="horz" wrap="none" lIns="90000" tIns="46800" rIns="90000" bIns="46800" anchor="ctr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sz="2000" b="0" i="0" u="none" strike="noStrike" cap="none" baseline="0">
              <a:ln>
                <a:noFill/>
              </a:ln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tatus">
            <a:extLst xmlns:a="http://schemas.openxmlformats.org/drawingml/2006/main">
              <a:ext uri="{FF2B5EF4-FFF2-40B4-BE49-F238E27FC236}">
                <a16:creationId xmlns:a16="http://schemas.microsoft.com/office/drawing/2014/main" id="{5CA0F9C3-36BC-4659-9E2F-995994E019A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363600" y="3582000"/>
            <a:ext cx="4140000" cy="378000"/>
          </a:xfrm>
        </p:spPr>
        <p:txBody>
          <a:bodyPr xmlns:a="http://schemas.openxmlformats.org/drawingml/2006/main" wrap="none" lIns="108000" tIns="72000" rIns="108000" bIns="72000" anchor="ctr"/>
          <a:lstStyle xmlns:a="http://schemas.openxmlformats.org/drawingml/2006/main">
            <a:lvl1pPr marL="0" indent="0">
              <a:buNone/>
              <a:defRPr sz="1500" b="1" kern="1200" cap="all" baseline="0">
                <a:latin typeface="Arial Narrow"/>
                <a:ea typeface="Arial Narrow"/>
                <a:cs typeface="Arial Narrow"/>
              </a:defRPr>
            </a:lvl1pPr>
          </a:lstStyle>
          <a:p xmlns:a="http://schemas.openxmlformats.org/drawingml/2006/main">
            <a:pPr lvl="0">
              <a:buNone/>
            </a:pPr>
            <a:r>
              <a:t>STATUS</a:t>
            </a:r>
            <a:endParaRPr/>
          </a:p>
        </p:txBody>
      </p:sp>
      <p:sp>
        <p:nvSpPr>
          <p:cNvPr id="10" name="Classification">
            <a:extLst xmlns:a="http://schemas.openxmlformats.org/drawingml/2006/main">
              <a:ext uri="{FF2B5EF4-FFF2-40B4-BE49-F238E27FC236}">
                <a16:creationId xmlns:a16="http://schemas.microsoft.com/office/drawing/2014/main" id="{0211F03E-0ED0-4750-A232-A5094772AFD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363600" y="3229200"/>
            <a:ext cx="1529046" cy="37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0034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lIns="108000" tIns="72000" rIns="108000" bIns="72000" anchor="ctr">
            <a:spAutoFit/>
          </a:bodyPr>
          <a:lstStyle xmlns:a="http://schemas.openxmlformats.org/drawingml/2006/main">
            <a:lvl1pPr marL="0" indent="0">
              <a:buNone/>
              <a:defRPr sz="1500" b="1" kern="1200" cap="all" baseline="0">
                <a:solidFill>
                  <a:schemeClr val="bg1"/>
                </a:solidFill>
                <a:latin typeface="Arial Narrow"/>
                <a:ea typeface="Arial Narrow"/>
                <a:cs typeface="Arial Narrow"/>
              </a:defRPr>
            </a:lvl1pPr>
          </a:lstStyle>
          <a:p xmlns:a="http://schemas.openxmlformats.org/drawingml/2006/main">
            <a:pPr lvl="0">
              <a:buNone/>
            </a:pPr>
            <a:r>
              <a:t>CLASSIFICATION</a:t>
            </a:r>
            <a:endParaRPr/>
          </a:p>
        </p:txBody>
      </p:sp>
      <p:sp>
        <p:nvSpPr>
          <p:cNvPr id="7172" name="Date">
            <a:extLst xmlns:a="http://schemas.openxmlformats.org/drawingml/2006/main">
              <a:ext uri="{FF2B5EF4-FFF2-40B4-BE49-F238E27FC236}">
                <a16:creationId xmlns:a16="http://schemas.microsoft.com/office/drawing/2014/main" id="{B0695095-D920-45D8-98F2-1A9456E5294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63600" y="2631178"/>
            <a:ext cx="1800000" cy="2127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 b="0" i="0" cap="all" baseline="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</a:lstStyle>
          <a:p xmlns:a="http://schemas.openxmlformats.org/drawingml/2006/main">
            <a:pPr algn="l">
              <a:buNone/>
            </a:pPr>
            <a:r>
              <a:t>MONTH DAY, YEAR</a:t>
            </a:r>
            <a:endParaRPr/>
          </a:p>
        </p:txBody>
      </p:sp>
      <p:sp>
        <p:nvSpPr>
          <p:cNvPr id="7173" name="LegalEntity">
            <a:extLst xmlns:a="http://schemas.openxmlformats.org/drawingml/2006/main">
              <a:ext uri="{FF2B5EF4-FFF2-40B4-BE49-F238E27FC236}">
                <a16:creationId xmlns:a16="http://schemas.microsoft.com/office/drawing/2014/main" id="{EC3F3ED2-B4ED-45EF-81F3-D20B458501B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65125" y="2439177"/>
            <a:ext cx="7416908" cy="192000"/>
          </a:xfrm>
        </p:spPr>
        <p:txBody>
          <a:bodyPr xmlns:a="http://schemas.openxmlformats.org/drawingml/2006/main" wrap="square"/>
          <a:lstStyle xmlns:a="http://schemas.openxmlformats.org/drawingml/2006/main">
            <a:lvl1pPr algn="l">
              <a:buNone/>
              <a:defRPr sz="1500" b="0" i="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</a:lstStyle>
          <a:p xmlns:a="http://schemas.openxmlformats.org/drawingml/2006/main">
            <a:r>
              <a:t>LEGAL ENTITY / DEPARTMENT / AUTHOR </a:t>
            </a:r>
            <a:endParaRPr/>
          </a:p>
        </p:txBody>
      </p:sp>
      <p:sp>
        <p:nvSpPr>
          <p:cNvPr id="7171" name="Headline">
            <a:extLst xmlns:a="http://schemas.openxmlformats.org/drawingml/2006/main">
              <a:ext uri="{FF2B5EF4-FFF2-40B4-BE49-F238E27FC236}">
                <a16:creationId xmlns:a16="http://schemas.microsoft.com/office/drawing/2014/main" id="{874A7C6F-94C4-46DA-ABBF-322F04C81E6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365125" y="1052736"/>
            <a:ext cx="7416908" cy="115212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ts val="4500"/>
              </a:lnSpc>
              <a:buFont typeface="Arial"/>
              <a:buNone/>
              <a:defRPr sz="4500" b="1" i="0" cap="all" baseline="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</a:lstStyle>
          <a:p xmlns:a="http://schemas.openxmlformats.org/drawingml/2006/main">
            <a:pPr lvl="0">
              <a:buNone/>
            </a:pPr>
            <a:r>
              <a:t>MASTER-UNTERTITELFORMAT BEARBEITEN</a:t>
            </a:r>
            <a:endParaRPr/>
          </a:p>
        </p:txBody>
      </p:sp>
      <p:sp>
        <p:nvSpPr>
          <p:cNvPr id="7170" name="Subheadline">
            <a:extLst xmlns:a="http://schemas.openxmlformats.org/drawingml/2006/main">
              <a:ext uri="{FF2B5EF4-FFF2-40B4-BE49-F238E27FC236}">
                <a16:creationId xmlns:a16="http://schemas.microsoft.com/office/drawing/2014/main" id="{7F9150FD-56E3-426B-A094-D5E4C43160B3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365126" y="621834"/>
            <a:ext cx="7416800" cy="480053"/>
          </a:xfrm>
        </p:spPr>
        <p:txBody>
          <a:bodyPr xmlns:a="http://schemas.openxmlformats.org/drawingml/2006/main" wrap="none"/>
          <a:lstStyle xmlns:a="http://schemas.openxmlformats.org/drawingml/2006/main">
            <a:lvl1pPr>
              <a:lnSpc>
                <a:spcPts val="3000"/>
              </a:lnSpc>
              <a:buNone/>
              <a:defRPr sz="3000" b="1" i="0" cap="all" baseline="0">
                <a:solidFill>
                  <a:srgbClr val="B10034"/>
                </a:solidFill>
                <a:latin typeface="Arial Narrow"/>
                <a:ea typeface="Arial Narrow"/>
                <a:cs typeface="Arial Narrow"/>
              </a:defRPr>
            </a:lvl1pPr>
          </a:lstStyle>
          <a:p xmlns:a="http://schemas.openxmlformats.org/drawingml/2006/main">
            <a:pPr lvl="0">
              <a:buNone/>
            </a:pPr>
            <a:r>
              <a:t>Click </a:t>
            </a:r>
            <a:r>
              <a:t>to</a:t>
            </a:r>
            <a:r>
              <a:t> </a:t>
            </a:r>
            <a:r>
              <a:t>edit</a:t>
            </a:r>
            <a:r>
              <a:t> / zum bearbeiten anklicken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content 1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14DD5B11-D63D-425C-86D1-B20E3904AF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D0EF225-2028-4265-B93B-9D8B9B1E6149}" type="slidenum">
              <a:t>‹Nr.›</a:t>
            </a:fld>
            <a:endParaRPr/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563C079E-AC9D-410D-B1EA-752E64B732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MONTH, YEAR</a:t>
            </a:r>
            <a:endParaRPr/>
          </a:p>
        </p:txBody>
      </p:sp>
      <p:sp>
        <p:nvSpPr>
          <p:cNvPr id="7" name="Inhaltsplatzhalter 6">
            <a:extLst xmlns:a="http://schemas.openxmlformats.org/drawingml/2006/main">
              <a:ext uri="{FF2B5EF4-FFF2-40B4-BE49-F238E27FC236}">
                <a16:creationId xmlns:a16="http://schemas.microsoft.com/office/drawing/2014/main" id="{D7D2E901-62D4-4660-A04B-28758637453B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365126" y="1592263"/>
            <a:ext cx="8413750" cy="4718050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  <a:endParaRPr/>
          </a:p>
        </p:txBody>
      </p:sp>
      <p:sp>
        <p:nvSpPr>
          <p:cNvPr id="8" name="LegalEntity">
            <a:extLst xmlns:a="http://schemas.openxmlformats.org/drawingml/2006/main">
              <a:ext uri="{FF2B5EF4-FFF2-40B4-BE49-F238E27FC236}">
                <a16:creationId xmlns:a16="http://schemas.microsoft.com/office/drawing/2014/main" id="{C38F7F55-ECD6-4428-BDE8-CDBDA0F355C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65124" y="6560269"/>
            <a:ext cx="2664000" cy="13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0" tIns="0" rIns="0" bIns="0" anchor="t"/>
          <a:lstStyle xmlns:a="http://schemas.openxmlformats.org/drawingml/2006/main">
            <a:lvl1pPr algn="l">
              <a:spcBef>
                <a:spcPct val="0"/>
              </a:spcBef>
              <a:buNone/>
              <a:defRPr sz="730" b="1" i="0" cap="all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LEGAL ENTITY / DEPARTMENT / AUTHOR </a:t>
            </a:r>
            <a:endParaRPr/>
          </a:p>
        </p:txBody>
      </p:sp>
      <p:sp>
        <p:nvSpPr>
          <p:cNvPr id="10" name="Titel 2">
            <a:extLst xmlns:a="http://schemas.openxmlformats.org/drawingml/2006/main">
              <a:ext uri="{FF2B5EF4-FFF2-40B4-BE49-F238E27FC236}">
                <a16:creationId xmlns:a16="http://schemas.microsoft.com/office/drawing/2014/main" id="{6028152C-6A1B-4F88-A4DB-6D00CA5330A4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65125" y="922229"/>
            <a:ext cx="7586202" cy="3066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 marL="0" indent="0" algn="l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cap="all" baseline="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  <a:lvl2pPr marL="362939" indent="0">
              <a:buFontTx/>
              <a:buNone/>
              <a:defRPr/>
            </a:lvl2pPr>
            <a:lvl3pPr marL="725876" indent="0">
              <a:buFontTx/>
              <a:buNone/>
              <a:defRPr/>
            </a:lvl3pPr>
            <a:lvl4pPr marL="1080749" indent="0">
              <a:buFontTx/>
              <a:buNone/>
              <a:defRPr/>
            </a:lvl4pPr>
            <a:lvl5pPr marL="1287221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</a:t>
            </a:r>
            <a:r>
              <a:t>to</a:t>
            </a:r>
            <a:r>
              <a:t> </a:t>
            </a:r>
            <a:r>
              <a:t>edit</a:t>
            </a:r>
            <a:r>
              <a:t> / zum bearbeiten anklicken</a:t>
            </a:r>
            <a:endParaRPr/>
          </a:p>
        </p:txBody>
      </p:sp>
      <p:sp>
        <p:nvSpPr>
          <p:cNvPr id="11" name="Titel 1">
            <a:extLst xmlns:a="http://schemas.openxmlformats.org/drawingml/2006/main">
              <a:ext uri="{FF2B5EF4-FFF2-40B4-BE49-F238E27FC236}">
                <a16:creationId xmlns:a16="http://schemas.microsoft.com/office/drawing/2014/main" id="{577067AC-4E69-484A-B251-7BEDE2FD8A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5125" y="620722"/>
            <a:ext cx="7586202" cy="30150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content 1 column small typ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C7B82483-0A99-4F0C-A209-E1907F47D6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D0EF225-2028-4265-B93B-9D8B9B1E6149}" type="slidenum">
              <a:t>‹Nr.›</a:t>
            </a:fld>
            <a:endParaRPr/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11F1B9FE-9981-4954-8C4E-69690A2B5A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MONTH, YEAR</a:t>
            </a:r>
            <a:endParaRPr/>
          </a:p>
        </p:txBody>
      </p:sp>
      <p:sp>
        <p:nvSpPr>
          <p:cNvPr id="7" name="Inhaltsplatzhalter 6">
            <a:extLst xmlns:a="http://schemas.openxmlformats.org/drawingml/2006/main">
              <a:ext uri="{FF2B5EF4-FFF2-40B4-BE49-F238E27FC236}">
                <a16:creationId xmlns:a16="http://schemas.microsoft.com/office/drawing/2014/main" id="{D7D2E901-62D4-4660-A04B-28758637453B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365126" y="1592263"/>
            <a:ext cx="8413750" cy="4718050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4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4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4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4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4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  <a:endParaRPr/>
          </a:p>
        </p:txBody>
      </p:sp>
      <p:sp>
        <p:nvSpPr>
          <p:cNvPr id="8" name="LegalEntity">
            <a:extLst xmlns:a="http://schemas.openxmlformats.org/drawingml/2006/main">
              <a:ext uri="{FF2B5EF4-FFF2-40B4-BE49-F238E27FC236}">
                <a16:creationId xmlns:a16="http://schemas.microsoft.com/office/drawing/2014/main" id="{D1D495EF-B1C9-4A6B-8CFD-2B25D3B8B78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65124" y="6560269"/>
            <a:ext cx="2664000" cy="13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0" tIns="0" rIns="0" bIns="0" anchor="t"/>
          <a:lstStyle xmlns:a="http://schemas.openxmlformats.org/drawingml/2006/main">
            <a:lvl1pPr algn="l">
              <a:spcBef>
                <a:spcPct val="0"/>
              </a:spcBef>
              <a:buNone/>
              <a:defRPr sz="730" b="1" i="0" cap="all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LEGAL ENTITY / DEPARTMENT / AUTHOR </a:t>
            </a:r>
            <a:endParaRPr/>
          </a:p>
        </p:txBody>
      </p:sp>
      <p:sp>
        <p:nvSpPr>
          <p:cNvPr id="10" name="Titel 2">
            <a:extLst xmlns:a="http://schemas.openxmlformats.org/drawingml/2006/main">
              <a:ext uri="{FF2B5EF4-FFF2-40B4-BE49-F238E27FC236}">
                <a16:creationId xmlns:a16="http://schemas.microsoft.com/office/drawing/2014/main" id="{31D91CF7-3000-4441-87ED-1901B7E94028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65125" y="922229"/>
            <a:ext cx="7586202" cy="3066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 marL="0" indent="0" algn="l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cap="all" baseline="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  <a:lvl2pPr marL="362939" indent="0">
              <a:buFontTx/>
              <a:buNone/>
              <a:defRPr/>
            </a:lvl2pPr>
            <a:lvl3pPr marL="725876" indent="0">
              <a:buFontTx/>
              <a:buNone/>
              <a:defRPr/>
            </a:lvl3pPr>
            <a:lvl4pPr marL="1080749" indent="0">
              <a:buFontTx/>
              <a:buNone/>
              <a:defRPr/>
            </a:lvl4pPr>
            <a:lvl5pPr marL="1287221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</a:t>
            </a:r>
            <a:r>
              <a:t>to</a:t>
            </a:r>
            <a:r>
              <a:t> </a:t>
            </a:r>
            <a:r>
              <a:t>edit</a:t>
            </a:r>
            <a:r>
              <a:t> / zum bearbeiten anklicken</a:t>
            </a:r>
            <a:endParaRPr/>
          </a:p>
        </p:txBody>
      </p:sp>
      <p:sp>
        <p:nvSpPr>
          <p:cNvPr id="11" name="Titel 1">
            <a:extLst xmlns:a="http://schemas.openxmlformats.org/drawingml/2006/main">
              <a:ext uri="{FF2B5EF4-FFF2-40B4-BE49-F238E27FC236}">
                <a16:creationId xmlns:a16="http://schemas.microsoft.com/office/drawing/2014/main" id="{EEE3CB9C-62E2-4981-A9FE-25F88C9B65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5125" y="620722"/>
            <a:ext cx="7586202" cy="30150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content 2 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liennummernplatzhalter 6">
            <a:extLst xmlns:a="http://schemas.openxmlformats.org/drawingml/2006/main">
              <a:ext uri="{FF2B5EF4-FFF2-40B4-BE49-F238E27FC236}">
                <a16:creationId xmlns:a16="http://schemas.microsoft.com/office/drawing/2014/main" id="{C5C70DAF-EEF5-4F7C-B02A-BAE4646749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8EFBAD3-742B-4DF0-A936-9DC97ADBE86F}" type="slidenum">
              <a:t>‹Nr.›</a:t>
            </a:fld>
            <a:endParaRPr/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E17FCCC1-2483-49F4-BE9F-6BC9751413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MONTH, YEAR</a:t>
            </a:r>
            <a:endParaRPr/>
          </a:p>
        </p:txBody>
      </p:sp>
      <p:sp>
        <p:nvSpPr>
          <p:cNvPr id="8" name="Inhaltsplatzhalter 6">
            <a:extLst xmlns:a="http://schemas.openxmlformats.org/drawingml/2006/main">
              <a:ext uri="{FF2B5EF4-FFF2-40B4-BE49-F238E27FC236}">
                <a16:creationId xmlns:a16="http://schemas.microsoft.com/office/drawing/2014/main" id="{83339D94-BE3D-4A69-8264-A0106762A7EF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365126" y="1592263"/>
            <a:ext cx="4095749" cy="4718050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  <a:endParaRPr/>
          </a:p>
        </p:txBody>
      </p:sp>
      <p:sp>
        <p:nvSpPr>
          <p:cNvPr id="10" name="Inhaltsplatzhalter 6">
            <a:extLst xmlns:a="http://schemas.openxmlformats.org/drawingml/2006/main">
              <a:ext uri="{FF2B5EF4-FFF2-40B4-BE49-F238E27FC236}">
                <a16:creationId xmlns:a16="http://schemas.microsoft.com/office/drawing/2014/main" id="{CADA8DE1-7C1C-4EBF-8B35-B6FE5A5A2CB9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4683126" y="1592263"/>
            <a:ext cx="4095749" cy="4718050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  <a:endParaRPr/>
          </a:p>
        </p:txBody>
      </p:sp>
      <p:sp>
        <p:nvSpPr>
          <p:cNvPr id="9" name="LegalEntity">
            <a:extLst xmlns:a="http://schemas.openxmlformats.org/drawingml/2006/main">
              <a:ext uri="{FF2B5EF4-FFF2-40B4-BE49-F238E27FC236}">
                <a16:creationId xmlns:a16="http://schemas.microsoft.com/office/drawing/2014/main" id="{3A9347A3-6B03-4FDE-ADF0-C72916F744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65124" y="6560269"/>
            <a:ext cx="2664000" cy="13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0" tIns="0" rIns="0" bIns="0" anchor="t"/>
          <a:lstStyle xmlns:a="http://schemas.openxmlformats.org/drawingml/2006/main">
            <a:lvl1pPr algn="l">
              <a:spcBef>
                <a:spcPct val="0"/>
              </a:spcBef>
              <a:buNone/>
              <a:defRPr sz="730" b="1" i="0" cap="all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LEGAL ENTITY / DEPARTMENT / AUTHOR </a:t>
            </a:r>
            <a:endParaRPr/>
          </a:p>
        </p:txBody>
      </p:sp>
      <p:sp>
        <p:nvSpPr>
          <p:cNvPr id="12" name="Titel 2">
            <a:extLst xmlns:a="http://schemas.openxmlformats.org/drawingml/2006/main">
              <a:ext uri="{FF2B5EF4-FFF2-40B4-BE49-F238E27FC236}">
                <a16:creationId xmlns:a16="http://schemas.microsoft.com/office/drawing/2014/main" id="{E095A8E1-E9A1-4DB4-BDCC-DC809F4FC212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65125" y="922229"/>
            <a:ext cx="7586202" cy="3066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 marL="0" indent="0" algn="l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cap="all" baseline="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  <a:lvl2pPr marL="362939" indent="0">
              <a:buFontTx/>
              <a:buNone/>
              <a:defRPr/>
            </a:lvl2pPr>
            <a:lvl3pPr marL="725876" indent="0">
              <a:buFontTx/>
              <a:buNone/>
              <a:defRPr/>
            </a:lvl3pPr>
            <a:lvl4pPr marL="1080749" indent="0">
              <a:buFontTx/>
              <a:buNone/>
              <a:defRPr/>
            </a:lvl4pPr>
            <a:lvl5pPr marL="1287221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</a:t>
            </a:r>
            <a:r>
              <a:t>to</a:t>
            </a:r>
            <a:r>
              <a:t> </a:t>
            </a:r>
            <a:r>
              <a:t>edit</a:t>
            </a:r>
            <a:r>
              <a:t> / zum bearbeiten anklicken</a:t>
            </a:r>
            <a:endParaRPr/>
          </a:p>
        </p:txBody>
      </p:sp>
      <p:sp>
        <p:nvSpPr>
          <p:cNvPr id="13" name="Titel 1">
            <a:extLst xmlns:a="http://schemas.openxmlformats.org/drawingml/2006/main">
              <a:ext uri="{FF2B5EF4-FFF2-40B4-BE49-F238E27FC236}">
                <a16:creationId xmlns:a16="http://schemas.microsoft.com/office/drawing/2014/main" id="{CA4DD61A-F516-4326-812E-9F375424CC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5125" y="620722"/>
            <a:ext cx="7586202" cy="30150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content 3 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liennummernplatzhalter 6">
            <a:extLst xmlns:a="http://schemas.openxmlformats.org/drawingml/2006/main">
              <a:ext uri="{FF2B5EF4-FFF2-40B4-BE49-F238E27FC236}">
                <a16:creationId xmlns:a16="http://schemas.microsoft.com/office/drawing/2014/main" id="{D095B738-A308-4685-993D-20A37AA3EC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8EFBAD3-742B-4DF0-A936-9DC97ADBE86F}" type="slidenum">
              <a:t>‹Nr.›</a:t>
            </a:fld>
            <a:endParaRPr/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C8894471-9A3A-4060-A994-BE03D50C6C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MONTH, YEAR</a:t>
            </a:r>
            <a:endParaRPr/>
          </a:p>
        </p:txBody>
      </p:sp>
      <p:sp>
        <p:nvSpPr>
          <p:cNvPr id="8" name="Inhaltsplatzhalter 6">
            <a:extLst xmlns:a="http://schemas.openxmlformats.org/drawingml/2006/main">
              <a:ext uri="{FF2B5EF4-FFF2-40B4-BE49-F238E27FC236}">
                <a16:creationId xmlns:a16="http://schemas.microsoft.com/office/drawing/2014/main" id="{83339D94-BE3D-4A69-8264-A0106762A7EF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365127" y="1592263"/>
            <a:ext cx="2659062" cy="4718050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  <a:endParaRPr/>
          </a:p>
        </p:txBody>
      </p:sp>
      <p:sp>
        <p:nvSpPr>
          <p:cNvPr id="10" name="Inhaltsplatzhalter 6">
            <a:extLst xmlns:a="http://schemas.openxmlformats.org/drawingml/2006/main">
              <a:ext uri="{FF2B5EF4-FFF2-40B4-BE49-F238E27FC236}">
                <a16:creationId xmlns:a16="http://schemas.microsoft.com/office/drawing/2014/main" id="{CADA8DE1-7C1C-4EBF-8B35-B6FE5A5A2CB9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6108700" y="1592263"/>
            <a:ext cx="2670175" cy="4718050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  <a:endParaRPr/>
          </a:p>
        </p:txBody>
      </p:sp>
      <p:sp>
        <p:nvSpPr>
          <p:cNvPr id="9" name="Inhaltsplatzhalter 6">
            <a:extLst xmlns:a="http://schemas.openxmlformats.org/drawingml/2006/main">
              <a:ext uri="{FF2B5EF4-FFF2-40B4-BE49-F238E27FC236}">
                <a16:creationId xmlns:a16="http://schemas.microsoft.com/office/drawing/2014/main" id="{2B3D016E-C644-4EB6-88AC-DB4260C4BB80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3217863" y="1591467"/>
            <a:ext cx="2659062" cy="4718050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  <a:endParaRPr/>
          </a:p>
        </p:txBody>
      </p:sp>
      <p:sp>
        <p:nvSpPr>
          <p:cNvPr id="12" name="LegalEntity">
            <a:extLst xmlns:a="http://schemas.openxmlformats.org/drawingml/2006/main">
              <a:ext uri="{FF2B5EF4-FFF2-40B4-BE49-F238E27FC236}">
                <a16:creationId xmlns:a16="http://schemas.microsoft.com/office/drawing/2014/main" id="{AB536E36-9669-4E6D-A63E-13D0AB5F5AB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65124" y="6560269"/>
            <a:ext cx="2664000" cy="13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0" tIns="0" rIns="0" bIns="0" anchor="t"/>
          <a:lstStyle xmlns:a="http://schemas.openxmlformats.org/drawingml/2006/main">
            <a:lvl1pPr algn="l">
              <a:spcBef>
                <a:spcPct val="0"/>
              </a:spcBef>
              <a:buNone/>
              <a:defRPr sz="730" b="1" i="0" cap="all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LEGAL ENTITY / DEPARTMENT / AUTHOR </a:t>
            </a:r>
            <a:endParaRPr/>
          </a:p>
        </p:txBody>
      </p:sp>
      <p:sp>
        <p:nvSpPr>
          <p:cNvPr id="13" name="Titel 2">
            <a:extLst xmlns:a="http://schemas.openxmlformats.org/drawingml/2006/main">
              <a:ext uri="{FF2B5EF4-FFF2-40B4-BE49-F238E27FC236}">
                <a16:creationId xmlns:a16="http://schemas.microsoft.com/office/drawing/2014/main" id="{A74E4B42-2E8A-4EF2-9E26-547973A998DA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65125" y="922229"/>
            <a:ext cx="7586202" cy="3066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 marL="0" indent="0" algn="l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cap="all" baseline="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  <a:lvl2pPr marL="362939" indent="0">
              <a:buFontTx/>
              <a:buNone/>
              <a:defRPr/>
            </a:lvl2pPr>
            <a:lvl3pPr marL="725876" indent="0">
              <a:buFontTx/>
              <a:buNone/>
              <a:defRPr/>
            </a:lvl3pPr>
            <a:lvl4pPr marL="1080749" indent="0">
              <a:buFontTx/>
              <a:buNone/>
              <a:defRPr/>
            </a:lvl4pPr>
            <a:lvl5pPr marL="1287221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</a:t>
            </a:r>
            <a:r>
              <a:t>to</a:t>
            </a:r>
            <a:r>
              <a:t> </a:t>
            </a:r>
            <a:r>
              <a:t>edit</a:t>
            </a:r>
            <a:r>
              <a:t> / zum bearbeiten anklicken</a:t>
            </a:r>
            <a:endParaRPr/>
          </a:p>
        </p:txBody>
      </p:sp>
      <p:sp>
        <p:nvSpPr>
          <p:cNvPr id="14" name="Titel 1">
            <a:extLst xmlns:a="http://schemas.openxmlformats.org/drawingml/2006/main">
              <a:ext uri="{FF2B5EF4-FFF2-40B4-BE49-F238E27FC236}">
                <a16:creationId xmlns:a16="http://schemas.microsoft.com/office/drawing/2014/main" id="{A0774FD8-34A4-478A-8349-C316ABB71C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5125" y="620722"/>
            <a:ext cx="7586202" cy="30150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content 2 columns (asym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liennummernplatzhalter 6">
            <a:extLst xmlns:a="http://schemas.openxmlformats.org/drawingml/2006/main">
              <a:ext uri="{FF2B5EF4-FFF2-40B4-BE49-F238E27FC236}">
                <a16:creationId xmlns:a16="http://schemas.microsoft.com/office/drawing/2014/main" id="{1866CF6F-E535-4D6F-87C7-6FCDA1069C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8EFBAD3-742B-4DF0-A936-9DC97ADBE86F}" type="slidenum">
              <a:t>‹Nr.›</a:t>
            </a:fld>
            <a:endParaRPr/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6290006E-ED01-4F18-84ED-E771B01AEF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MONTH, YEAR</a:t>
            </a:r>
            <a:endParaRPr/>
          </a:p>
        </p:txBody>
      </p:sp>
      <p:sp>
        <p:nvSpPr>
          <p:cNvPr id="10" name="Inhaltsplatzhalter 6">
            <a:extLst xmlns:a="http://schemas.openxmlformats.org/drawingml/2006/main">
              <a:ext uri="{FF2B5EF4-FFF2-40B4-BE49-F238E27FC236}">
                <a16:creationId xmlns:a16="http://schemas.microsoft.com/office/drawing/2014/main" id="{CADA8DE1-7C1C-4EBF-8B35-B6FE5A5A2CB9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3217864" y="1592263"/>
            <a:ext cx="5561012" cy="4718050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  <a:endParaRPr/>
          </a:p>
        </p:txBody>
      </p:sp>
      <p:sp>
        <p:nvSpPr>
          <p:cNvPr id="8" name="Inhaltsplatzhalter 6">
            <a:extLst xmlns:a="http://schemas.openxmlformats.org/drawingml/2006/main">
              <a:ext uri="{FF2B5EF4-FFF2-40B4-BE49-F238E27FC236}">
                <a16:creationId xmlns:a16="http://schemas.microsoft.com/office/drawing/2014/main" id="{567B3679-C7C0-477B-8D23-1364A6AAFA4C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365127" y="1592263"/>
            <a:ext cx="2659062" cy="4718050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  <a:endParaRPr/>
          </a:p>
        </p:txBody>
      </p:sp>
      <p:sp>
        <p:nvSpPr>
          <p:cNvPr id="11" name="LegalEntity">
            <a:extLst xmlns:a="http://schemas.openxmlformats.org/drawingml/2006/main">
              <a:ext uri="{FF2B5EF4-FFF2-40B4-BE49-F238E27FC236}">
                <a16:creationId xmlns:a16="http://schemas.microsoft.com/office/drawing/2014/main" id="{308DE8B7-E427-4377-AB9B-5AD23C4B636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65124" y="6560269"/>
            <a:ext cx="2664000" cy="13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0" tIns="0" rIns="0" bIns="0" anchor="t"/>
          <a:lstStyle xmlns:a="http://schemas.openxmlformats.org/drawingml/2006/main">
            <a:lvl1pPr algn="l">
              <a:spcBef>
                <a:spcPct val="0"/>
              </a:spcBef>
              <a:buNone/>
              <a:defRPr sz="730" b="1" i="0" cap="all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LEGAL ENTITY / DEPARTMENT / AUTHOR </a:t>
            </a:r>
            <a:endParaRPr/>
          </a:p>
        </p:txBody>
      </p:sp>
      <p:sp>
        <p:nvSpPr>
          <p:cNvPr id="12" name="Titel 2">
            <a:extLst xmlns:a="http://schemas.openxmlformats.org/drawingml/2006/main">
              <a:ext uri="{FF2B5EF4-FFF2-40B4-BE49-F238E27FC236}">
                <a16:creationId xmlns:a16="http://schemas.microsoft.com/office/drawing/2014/main" id="{413EC12A-6D97-41E1-86F1-D38DC6C64B94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65125" y="922229"/>
            <a:ext cx="7586202" cy="3066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 marL="0" indent="0" algn="l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cap="all" baseline="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  <a:lvl2pPr marL="362939" indent="0">
              <a:buFontTx/>
              <a:buNone/>
              <a:defRPr/>
            </a:lvl2pPr>
            <a:lvl3pPr marL="725876" indent="0">
              <a:buFontTx/>
              <a:buNone/>
              <a:defRPr/>
            </a:lvl3pPr>
            <a:lvl4pPr marL="1080749" indent="0">
              <a:buFontTx/>
              <a:buNone/>
              <a:defRPr/>
            </a:lvl4pPr>
            <a:lvl5pPr marL="1287221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</a:t>
            </a:r>
            <a:r>
              <a:t>to</a:t>
            </a:r>
            <a:r>
              <a:t> </a:t>
            </a:r>
            <a:r>
              <a:t>edit</a:t>
            </a:r>
            <a:r>
              <a:t> / zum bearbeiten anklicken</a:t>
            </a:r>
            <a:endParaRPr/>
          </a:p>
        </p:txBody>
      </p:sp>
      <p:sp>
        <p:nvSpPr>
          <p:cNvPr id="13" name="Titel 1">
            <a:extLst xmlns:a="http://schemas.openxmlformats.org/drawingml/2006/main">
              <a:ext uri="{FF2B5EF4-FFF2-40B4-BE49-F238E27FC236}">
                <a16:creationId xmlns:a16="http://schemas.microsoft.com/office/drawing/2014/main" id="{D5059E0D-FB84-424E-9BA9-F8D60CB982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5125" y="620722"/>
            <a:ext cx="7586202" cy="30150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content 2 rows (one image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liennummernplatzhalter 6">
            <a:extLst xmlns:a="http://schemas.openxmlformats.org/drawingml/2006/main">
              <a:ext uri="{FF2B5EF4-FFF2-40B4-BE49-F238E27FC236}">
                <a16:creationId xmlns:a16="http://schemas.microsoft.com/office/drawing/2014/main" id="{4FC8C56C-85ED-4371-B354-03A6EFA827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8EFBAD3-742B-4DF0-A936-9DC97ADBE86F}" type="slidenum">
              <a:t>‹Nr.›</a:t>
            </a:fld>
            <a:endParaRPr/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D193D1C5-6997-40EA-A7B6-4D3A65BD3D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MONTH, YEAR</a:t>
            </a:r>
            <a:endParaRPr/>
          </a:p>
        </p:txBody>
      </p:sp>
      <p:sp>
        <p:nvSpPr>
          <p:cNvPr id="10" name="Inhaltsplatzhalter 6">
            <a:extLst xmlns:a="http://schemas.openxmlformats.org/drawingml/2006/main">
              <a:ext uri="{FF2B5EF4-FFF2-40B4-BE49-F238E27FC236}">
                <a16:creationId xmlns:a16="http://schemas.microsoft.com/office/drawing/2014/main" id="{CADA8DE1-7C1C-4EBF-8B35-B6FE5A5A2CB9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365125" y="4046082"/>
            <a:ext cx="8413751" cy="2264230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  <a:endParaRPr/>
          </a:p>
        </p:txBody>
      </p:sp>
      <p:sp>
        <p:nvSpPr>
          <p:cNvPr id="8" name="Inhaltsplatzhalter 6">
            <a:extLst xmlns:a="http://schemas.openxmlformats.org/drawingml/2006/main">
              <a:ext uri="{FF2B5EF4-FFF2-40B4-BE49-F238E27FC236}">
                <a16:creationId xmlns:a16="http://schemas.microsoft.com/office/drawing/2014/main" id="{4846B5CD-0A8A-47BB-9956-631386C39D57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365125" y="1590673"/>
            <a:ext cx="8413751" cy="2264230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  <a:endParaRPr/>
          </a:p>
        </p:txBody>
      </p:sp>
      <p:sp>
        <p:nvSpPr>
          <p:cNvPr id="9" name="LegalEntity">
            <a:extLst xmlns:a="http://schemas.openxmlformats.org/drawingml/2006/main">
              <a:ext uri="{FF2B5EF4-FFF2-40B4-BE49-F238E27FC236}">
                <a16:creationId xmlns:a16="http://schemas.microsoft.com/office/drawing/2014/main" id="{1751EAD4-0631-4BE8-B19E-BA127B96D20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65124" y="6560269"/>
            <a:ext cx="2664000" cy="13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0" tIns="0" rIns="0" bIns="0" anchor="t"/>
          <a:lstStyle xmlns:a="http://schemas.openxmlformats.org/drawingml/2006/main">
            <a:lvl1pPr algn="l">
              <a:spcBef>
                <a:spcPct val="0"/>
              </a:spcBef>
              <a:buNone/>
              <a:defRPr sz="730" b="1" i="0" cap="all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LEGAL ENTITY / DEPARTMENT / AUTHOR </a:t>
            </a:r>
            <a:endParaRPr/>
          </a:p>
        </p:txBody>
      </p:sp>
      <p:sp>
        <p:nvSpPr>
          <p:cNvPr id="12" name="Titel 2">
            <a:extLst xmlns:a="http://schemas.openxmlformats.org/drawingml/2006/main">
              <a:ext uri="{FF2B5EF4-FFF2-40B4-BE49-F238E27FC236}">
                <a16:creationId xmlns:a16="http://schemas.microsoft.com/office/drawing/2014/main" id="{27DA4C6D-4EA9-4AD7-A75E-1C5ECFA28C94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65125" y="922229"/>
            <a:ext cx="7586202" cy="3066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 marL="0" indent="0" algn="l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cap="all" baseline="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  <a:lvl2pPr marL="362939" indent="0">
              <a:buFontTx/>
              <a:buNone/>
              <a:defRPr/>
            </a:lvl2pPr>
            <a:lvl3pPr marL="725876" indent="0">
              <a:buFontTx/>
              <a:buNone/>
              <a:defRPr/>
            </a:lvl3pPr>
            <a:lvl4pPr marL="1080749" indent="0">
              <a:buFontTx/>
              <a:buNone/>
              <a:defRPr/>
            </a:lvl4pPr>
            <a:lvl5pPr marL="1287221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</a:t>
            </a:r>
            <a:r>
              <a:t>to</a:t>
            </a:r>
            <a:r>
              <a:t> </a:t>
            </a:r>
            <a:r>
              <a:t>edit</a:t>
            </a:r>
            <a:r>
              <a:t> / zum bearbeiten anklicken</a:t>
            </a:r>
            <a:endParaRPr/>
          </a:p>
        </p:txBody>
      </p:sp>
      <p:sp>
        <p:nvSpPr>
          <p:cNvPr id="13" name="Titel 1">
            <a:extLst xmlns:a="http://schemas.openxmlformats.org/drawingml/2006/main">
              <a:ext uri="{FF2B5EF4-FFF2-40B4-BE49-F238E27FC236}">
                <a16:creationId xmlns:a16="http://schemas.microsoft.com/office/drawing/2014/main" id="{7ED0ECE4-DE76-4C97-A9F0-C3284DF542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5125" y="620722"/>
            <a:ext cx="7586202" cy="30150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content 2 rows (several images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liennummernplatzhalter 6">
            <a:extLst xmlns:a="http://schemas.openxmlformats.org/drawingml/2006/main">
              <a:ext uri="{FF2B5EF4-FFF2-40B4-BE49-F238E27FC236}">
                <a16:creationId xmlns:a16="http://schemas.microsoft.com/office/drawing/2014/main" id="{199FC91B-CBC7-4824-9D8F-15ABAE72D3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8EFBAD3-742B-4DF0-A936-9DC97ADBE86F}" type="slidenum">
              <a:t>‹Nr.›</a:t>
            </a:fld>
            <a:endParaRPr/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7B25D918-97CB-4D4E-91B5-FD59E1781E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MONTH, YEAR</a:t>
            </a:r>
            <a:endParaRPr/>
          </a:p>
        </p:txBody>
      </p:sp>
      <p:sp>
        <p:nvSpPr>
          <p:cNvPr id="12" name="Inhaltsplatzhalter 6">
            <a:extLst xmlns:a="http://schemas.openxmlformats.org/drawingml/2006/main">
              <a:ext uri="{FF2B5EF4-FFF2-40B4-BE49-F238E27FC236}">
                <a16:creationId xmlns:a16="http://schemas.microsoft.com/office/drawing/2014/main" id="{8DFAC55C-897B-4E98-8979-BC17CE505C1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365126" y="4046082"/>
            <a:ext cx="2659062" cy="2264230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  <a:endParaRPr/>
          </a:p>
        </p:txBody>
      </p:sp>
      <p:sp>
        <p:nvSpPr>
          <p:cNvPr id="13" name="Inhaltsplatzhalter 6">
            <a:extLst xmlns:a="http://schemas.openxmlformats.org/drawingml/2006/main">
              <a:ext uri="{FF2B5EF4-FFF2-40B4-BE49-F238E27FC236}">
                <a16:creationId xmlns:a16="http://schemas.microsoft.com/office/drawing/2014/main" id="{6199CC7A-3B88-4435-BDCE-1376DDC569BE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365125" y="1590673"/>
            <a:ext cx="8413751" cy="2264230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  <a:endParaRPr/>
          </a:p>
        </p:txBody>
      </p:sp>
      <p:sp>
        <p:nvSpPr>
          <p:cNvPr id="14" name="Inhaltsplatzhalter 6">
            <a:extLst xmlns:a="http://schemas.openxmlformats.org/drawingml/2006/main">
              <a:ext uri="{FF2B5EF4-FFF2-40B4-BE49-F238E27FC236}">
                <a16:creationId xmlns:a16="http://schemas.microsoft.com/office/drawing/2014/main" id="{B01D3175-B3D9-4438-81FB-7D972E635FA9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3217863" y="4046082"/>
            <a:ext cx="2659062" cy="2264230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  <a:endParaRPr/>
          </a:p>
        </p:txBody>
      </p:sp>
      <p:sp>
        <p:nvSpPr>
          <p:cNvPr id="15" name="Inhaltsplatzhalter 6">
            <a:extLst xmlns:a="http://schemas.openxmlformats.org/drawingml/2006/main">
              <a:ext uri="{FF2B5EF4-FFF2-40B4-BE49-F238E27FC236}">
                <a16:creationId xmlns:a16="http://schemas.microsoft.com/office/drawing/2014/main" id="{F3DDA9C7-60DC-47D0-8356-E6BF323E0EBD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6119814" y="4046082"/>
            <a:ext cx="2659062" cy="2264230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  <a:endParaRPr/>
          </a:p>
        </p:txBody>
      </p:sp>
      <p:sp>
        <p:nvSpPr>
          <p:cNvPr id="11" name="LegalEntity">
            <a:extLst xmlns:a="http://schemas.openxmlformats.org/drawingml/2006/main">
              <a:ext uri="{FF2B5EF4-FFF2-40B4-BE49-F238E27FC236}">
                <a16:creationId xmlns:a16="http://schemas.microsoft.com/office/drawing/2014/main" id="{37877EA2-3E80-4B1D-B82A-681DAF3E52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65124" y="6560269"/>
            <a:ext cx="2664000" cy="13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0" tIns="0" rIns="0" bIns="0" anchor="t"/>
          <a:lstStyle xmlns:a="http://schemas.openxmlformats.org/drawingml/2006/main">
            <a:lvl1pPr algn="l">
              <a:spcBef>
                <a:spcPct val="0"/>
              </a:spcBef>
              <a:buNone/>
              <a:defRPr sz="730" b="1" i="0" cap="all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LEGAL ENTITY / DEPARTMENT / AUTHOR </a:t>
            </a:r>
            <a:endParaRPr/>
          </a:p>
        </p:txBody>
      </p:sp>
      <p:sp>
        <p:nvSpPr>
          <p:cNvPr id="16" name="Titel 2">
            <a:extLst xmlns:a="http://schemas.openxmlformats.org/drawingml/2006/main">
              <a:ext uri="{FF2B5EF4-FFF2-40B4-BE49-F238E27FC236}">
                <a16:creationId xmlns:a16="http://schemas.microsoft.com/office/drawing/2014/main" id="{20D7DC5B-2955-4B0B-88B8-C147C926B371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65125" y="922229"/>
            <a:ext cx="7586202" cy="3066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 marL="0" indent="0" algn="l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cap="all" baseline="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  <a:lvl2pPr marL="362939" indent="0">
              <a:buFontTx/>
              <a:buNone/>
              <a:defRPr/>
            </a:lvl2pPr>
            <a:lvl3pPr marL="725876" indent="0">
              <a:buFontTx/>
              <a:buNone/>
              <a:defRPr/>
            </a:lvl3pPr>
            <a:lvl4pPr marL="1080749" indent="0">
              <a:buFontTx/>
              <a:buNone/>
              <a:defRPr/>
            </a:lvl4pPr>
            <a:lvl5pPr marL="1287221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</a:t>
            </a:r>
            <a:r>
              <a:t>to</a:t>
            </a:r>
            <a:r>
              <a:t> </a:t>
            </a:r>
            <a:r>
              <a:t>edit</a:t>
            </a:r>
            <a:r>
              <a:t> / zum bearbeiten anklicken</a:t>
            </a:r>
            <a:endParaRPr/>
          </a:p>
        </p:txBody>
      </p:sp>
      <p:sp>
        <p:nvSpPr>
          <p:cNvPr id="17" name="Titel 1">
            <a:extLst xmlns:a="http://schemas.openxmlformats.org/drawingml/2006/main">
              <a:ext uri="{FF2B5EF4-FFF2-40B4-BE49-F238E27FC236}">
                <a16:creationId xmlns:a16="http://schemas.microsoft.com/office/drawing/2014/main" id="{4E593359-4651-4575-8747-3B0E3D8C04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5125" y="620722"/>
            <a:ext cx="7586202" cy="30150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content 2 columns (several images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liennummernplatzhalter 6">
            <a:extLst xmlns:a="http://schemas.openxmlformats.org/drawingml/2006/main">
              <a:ext uri="{FF2B5EF4-FFF2-40B4-BE49-F238E27FC236}">
                <a16:creationId xmlns:a16="http://schemas.microsoft.com/office/drawing/2014/main" id="{FBC82AE7-18FB-4A2D-8716-0912A8FFA2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8EFBAD3-742B-4DF0-A936-9DC97ADBE86F}" type="slidenum">
              <a:t>‹Nr.›</a:t>
            </a:fld>
            <a:endParaRPr/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5C88C1A3-7E0E-4567-8B97-1A7B949784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MONTH, YEAR</a:t>
            </a:r>
            <a:endParaRPr/>
          </a:p>
        </p:txBody>
      </p:sp>
      <p:sp>
        <p:nvSpPr>
          <p:cNvPr id="12" name="Inhaltsplatzhalter 6">
            <a:extLst xmlns:a="http://schemas.openxmlformats.org/drawingml/2006/main">
              <a:ext uri="{FF2B5EF4-FFF2-40B4-BE49-F238E27FC236}">
                <a16:creationId xmlns:a16="http://schemas.microsoft.com/office/drawing/2014/main" id="{8DFAC55C-897B-4E98-8979-BC17CE505C1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365126" y="4046082"/>
            <a:ext cx="2659062" cy="2264230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  <a:endParaRPr/>
          </a:p>
        </p:txBody>
      </p:sp>
      <p:sp>
        <p:nvSpPr>
          <p:cNvPr id="13" name="Inhaltsplatzhalter 6">
            <a:extLst xmlns:a="http://schemas.openxmlformats.org/drawingml/2006/main">
              <a:ext uri="{FF2B5EF4-FFF2-40B4-BE49-F238E27FC236}">
                <a16:creationId xmlns:a16="http://schemas.microsoft.com/office/drawing/2014/main" id="{6199CC7A-3B88-4435-BDCE-1376DDC569BE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3217863" y="1590673"/>
            <a:ext cx="5561013" cy="2264230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  <a:endParaRPr/>
          </a:p>
        </p:txBody>
      </p:sp>
      <p:sp>
        <p:nvSpPr>
          <p:cNvPr id="14" name="Inhaltsplatzhalter 6">
            <a:extLst xmlns:a="http://schemas.openxmlformats.org/drawingml/2006/main">
              <a:ext uri="{FF2B5EF4-FFF2-40B4-BE49-F238E27FC236}">
                <a16:creationId xmlns:a16="http://schemas.microsoft.com/office/drawing/2014/main" id="{B01D3175-B3D9-4438-81FB-7D972E635FA9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3217863" y="4046082"/>
            <a:ext cx="5561012" cy="2264230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  <a:endParaRPr/>
          </a:p>
        </p:txBody>
      </p:sp>
      <p:sp>
        <p:nvSpPr>
          <p:cNvPr id="10" name="Inhaltsplatzhalter 6">
            <a:extLst xmlns:a="http://schemas.openxmlformats.org/drawingml/2006/main">
              <a:ext uri="{FF2B5EF4-FFF2-40B4-BE49-F238E27FC236}">
                <a16:creationId xmlns:a16="http://schemas.microsoft.com/office/drawing/2014/main" id="{0CDE25FA-16E9-42F0-842B-C96DEF2D5197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365125" y="1592263"/>
            <a:ext cx="2659063" cy="2264230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  <a:endParaRPr/>
          </a:p>
        </p:txBody>
      </p:sp>
      <p:sp>
        <p:nvSpPr>
          <p:cNvPr id="11" name="LegalEntity">
            <a:extLst xmlns:a="http://schemas.openxmlformats.org/drawingml/2006/main">
              <a:ext uri="{FF2B5EF4-FFF2-40B4-BE49-F238E27FC236}">
                <a16:creationId xmlns:a16="http://schemas.microsoft.com/office/drawing/2014/main" id="{54D92126-BE2E-4944-8C3B-263E09840DA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65124" y="6560269"/>
            <a:ext cx="2664000" cy="13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0" tIns="0" rIns="0" bIns="0" anchor="t"/>
          <a:lstStyle xmlns:a="http://schemas.openxmlformats.org/drawingml/2006/main">
            <a:lvl1pPr algn="l">
              <a:spcBef>
                <a:spcPct val="0"/>
              </a:spcBef>
              <a:buNone/>
              <a:defRPr sz="730" b="1" i="0" cap="all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LEGAL ENTITY / DEPARTMENT / AUTHOR </a:t>
            </a:r>
            <a:endParaRPr/>
          </a:p>
        </p:txBody>
      </p:sp>
      <p:sp>
        <p:nvSpPr>
          <p:cNvPr id="16" name="Titel 2">
            <a:extLst xmlns:a="http://schemas.openxmlformats.org/drawingml/2006/main">
              <a:ext uri="{FF2B5EF4-FFF2-40B4-BE49-F238E27FC236}">
                <a16:creationId xmlns:a16="http://schemas.microsoft.com/office/drawing/2014/main" id="{4749A297-EE9B-45C1-9B38-4F6217DA23C0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365125" y="922229"/>
            <a:ext cx="7586202" cy="3066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 marL="0" indent="0" algn="l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cap="all" baseline="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  <a:lvl2pPr marL="362939" indent="0">
              <a:buFontTx/>
              <a:buNone/>
              <a:defRPr/>
            </a:lvl2pPr>
            <a:lvl3pPr marL="725876" indent="0">
              <a:buFontTx/>
              <a:buNone/>
              <a:defRPr/>
            </a:lvl3pPr>
            <a:lvl4pPr marL="1080749" indent="0">
              <a:buFontTx/>
              <a:buNone/>
              <a:defRPr/>
            </a:lvl4pPr>
            <a:lvl5pPr marL="1287221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</a:t>
            </a:r>
            <a:r>
              <a:t>to</a:t>
            </a:r>
            <a:r>
              <a:t> </a:t>
            </a:r>
            <a:r>
              <a:t>edit</a:t>
            </a:r>
            <a:r>
              <a:t> / zum bearbeiten anklicken</a:t>
            </a:r>
            <a:endParaRPr/>
          </a:p>
        </p:txBody>
      </p:sp>
      <p:sp>
        <p:nvSpPr>
          <p:cNvPr id="17" name="Titel 1">
            <a:extLst xmlns:a="http://schemas.openxmlformats.org/drawingml/2006/main">
              <a:ext uri="{FF2B5EF4-FFF2-40B4-BE49-F238E27FC236}">
                <a16:creationId xmlns:a16="http://schemas.microsoft.com/office/drawing/2014/main" id="{3B2AD4AA-29CD-49A7-AAD8-7D96432E74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5125" y="620722"/>
            <a:ext cx="7586202" cy="30150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showMasterSp="0" preserve="1" userDrawn="1">
  <p:cSld name="title dark corporate image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Grafik 2">
            <a:extLst xmlns:a="http://schemas.openxmlformats.org/drawingml/2006/main">
              <a:ext uri="{FF2B5EF4-FFF2-40B4-BE49-F238E27FC236}">
                <a16:creationId xmlns:a16="http://schemas.microsoft.com/office/drawing/2014/main" id="{8F00F6C0-9EFE-4E13-AF73-F27CCBC47A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9b805de2840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16" name="Titelbild">
            <a:extLst xmlns:a="http://schemas.openxmlformats.org/drawingml/2006/main">
              <a:ext uri="{FF2B5EF4-FFF2-40B4-BE49-F238E27FC236}">
                <a16:creationId xmlns:a16="http://schemas.microsoft.com/office/drawing/2014/main" id="{ED2D17F6-6F09-4C2E-9E21-EFC6D382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9144000" cy="6857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vert="horz" wrap="none" lIns="90000" tIns="46800" rIns="90000" bIns="46800" anchor="ctr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sz="2000" b="0" i="0" u="none" strike="noStrike" cap="none" baseline="0">
              <a:ln>
                <a:noFill/>
              </a:ln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tatus">
            <a:extLst xmlns:a="http://schemas.openxmlformats.org/drawingml/2006/main">
              <a:ext uri="{FF2B5EF4-FFF2-40B4-BE49-F238E27FC236}">
                <a16:creationId xmlns:a16="http://schemas.microsoft.com/office/drawing/2014/main" id="{74FE71F1-A8A1-4A8C-BAF6-C2307A3FBBFB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363600" y="3582000"/>
            <a:ext cx="4140000" cy="378000"/>
          </a:xfrm>
        </p:spPr>
        <p:txBody>
          <a:bodyPr xmlns:a="http://schemas.openxmlformats.org/drawingml/2006/main" wrap="none" lIns="108000" tIns="72000" rIns="108000" bIns="72000" anchor="ctr"/>
          <a:lstStyle xmlns:a="http://schemas.openxmlformats.org/drawingml/2006/main">
            <a:lvl1pPr marL="0" indent="0">
              <a:buNone/>
              <a:defRPr sz="1500" b="1" kern="1200" cap="all" baseline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lvl1pPr>
          </a:lstStyle>
          <a:p xmlns:a="http://schemas.openxmlformats.org/drawingml/2006/main">
            <a:pPr lvl="0">
              <a:buNone/>
            </a:pPr>
            <a:r>
              <a:t>STATUS</a:t>
            </a:r>
            <a:endParaRPr/>
          </a:p>
        </p:txBody>
      </p:sp>
      <p:sp>
        <p:nvSpPr>
          <p:cNvPr id="11" name="Classification">
            <a:extLst xmlns:a="http://schemas.openxmlformats.org/drawingml/2006/main">
              <a:ext uri="{FF2B5EF4-FFF2-40B4-BE49-F238E27FC236}">
                <a16:creationId xmlns:a16="http://schemas.microsoft.com/office/drawing/2014/main" id="{DBA9B7D7-30CF-401B-8736-4EFBCF644EB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363600" y="3229200"/>
            <a:ext cx="1529046" cy="37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0034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lIns="108000" tIns="72000" rIns="108000" bIns="72000" anchor="ctr">
            <a:spAutoFit/>
          </a:bodyPr>
          <a:lstStyle xmlns:a="http://schemas.openxmlformats.org/drawingml/2006/main">
            <a:lvl1pPr marL="0" indent="0">
              <a:buNone/>
              <a:defRPr sz="1500" b="1" kern="1200" cap="all" baseline="0">
                <a:solidFill>
                  <a:schemeClr val="bg1"/>
                </a:solidFill>
                <a:latin typeface="Arial Narrow"/>
                <a:ea typeface="Arial Narrow"/>
                <a:cs typeface="Arial Narrow"/>
              </a:defRPr>
            </a:lvl1pPr>
          </a:lstStyle>
          <a:p xmlns:a="http://schemas.openxmlformats.org/drawingml/2006/main">
            <a:pPr lvl="0">
              <a:buNone/>
            </a:pPr>
            <a:r>
              <a:t>CLASSIFICATION</a:t>
            </a:r>
            <a:endParaRPr/>
          </a:p>
        </p:txBody>
      </p:sp>
      <p:sp>
        <p:nvSpPr>
          <p:cNvPr id="12" name="Date">
            <a:extLst xmlns:a="http://schemas.openxmlformats.org/drawingml/2006/main">
              <a:ext uri="{FF2B5EF4-FFF2-40B4-BE49-F238E27FC236}">
                <a16:creationId xmlns:a16="http://schemas.microsoft.com/office/drawing/2014/main" id="{1CCA2A5B-0AB4-45D7-96F1-68076AA5B8D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63600" y="2631178"/>
            <a:ext cx="1800000" cy="2127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 b="0" i="0" cap="all" baseline="0">
                <a:solidFill>
                  <a:schemeClr val="bg1"/>
                </a:solidFill>
                <a:latin typeface="Arial Narrow"/>
                <a:ea typeface="Arial Narrow"/>
                <a:cs typeface="Arial Narrow"/>
              </a:defRPr>
            </a:lvl1pPr>
          </a:lstStyle>
          <a:p xmlns:a="http://schemas.openxmlformats.org/drawingml/2006/main">
            <a:pPr algn="l">
              <a:buNone/>
            </a:pPr>
            <a:r>
              <a:t>MONTH DAY, YEAR</a:t>
            </a:r>
            <a:endParaRPr/>
          </a:p>
        </p:txBody>
      </p:sp>
      <p:sp>
        <p:nvSpPr>
          <p:cNvPr id="13" name="LegalEntity">
            <a:extLst xmlns:a="http://schemas.openxmlformats.org/drawingml/2006/main">
              <a:ext uri="{FF2B5EF4-FFF2-40B4-BE49-F238E27FC236}">
                <a16:creationId xmlns:a16="http://schemas.microsoft.com/office/drawing/2014/main" id="{8DA68190-C0D2-4175-B2B7-9E3D0ABAB16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65125" y="2439177"/>
            <a:ext cx="7416908" cy="192000"/>
          </a:xfrm>
        </p:spPr>
        <p:txBody>
          <a:bodyPr xmlns:a="http://schemas.openxmlformats.org/drawingml/2006/main" wrap="square"/>
          <a:lstStyle xmlns:a="http://schemas.openxmlformats.org/drawingml/2006/main">
            <a:lvl1pPr algn="l">
              <a:buNone/>
              <a:defRPr sz="1500" b="0" i="0">
                <a:solidFill>
                  <a:schemeClr val="bg1"/>
                </a:solidFill>
                <a:latin typeface="Arial Narrow"/>
                <a:ea typeface="Arial Narrow"/>
                <a:cs typeface="Arial Narrow"/>
              </a:defRPr>
            </a:lvl1pPr>
          </a:lstStyle>
          <a:p xmlns:a="http://schemas.openxmlformats.org/drawingml/2006/main">
            <a:r>
              <a:t>LEGAL ENTITY / DEPARTMENT / AUTHOR </a:t>
            </a:r>
            <a:endParaRPr/>
          </a:p>
        </p:txBody>
      </p:sp>
      <p:sp>
        <p:nvSpPr>
          <p:cNvPr id="10" name="Headline">
            <a:extLst xmlns:a="http://schemas.openxmlformats.org/drawingml/2006/main">
              <a:ext uri="{FF2B5EF4-FFF2-40B4-BE49-F238E27FC236}">
                <a16:creationId xmlns:a16="http://schemas.microsoft.com/office/drawing/2014/main" id="{194C007A-DBE2-4883-93A8-AAC9246337AA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365125" y="1052736"/>
            <a:ext cx="7416908" cy="115212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ts val="4500"/>
              </a:lnSpc>
              <a:buFont typeface="Arial"/>
              <a:buNone/>
              <a:defRPr sz="4500" b="1" i="0" cap="all" baseline="0">
                <a:solidFill>
                  <a:schemeClr val="bg1"/>
                </a:solidFill>
                <a:latin typeface="Arial Narrow"/>
                <a:ea typeface="Arial Narrow"/>
                <a:cs typeface="Arial Narrow"/>
              </a:defRPr>
            </a:lvl1pPr>
          </a:lstStyle>
          <a:p xmlns:a="http://schemas.openxmlformats.org/drawingml/2006/main">
            <a:pPr lvl="0">
              <a:buNone/>
            </a:pPr>
            <a:r>
              <a:t>MASTER-UNTERTITELFORMAT BEARBEITEN</a:t>
            </a:r>
            <a:endParaRPr/>
          </a:p>
        </p:txBody>
      </p:sp>
      <p:sp>
        <p:nvSpPr>
          <p:cNvPr id="9" name="Subheadline">
            <a:extLst xmlns:a="http://schemas.openxmlformats.org/drawingml/2006/main">
              <a:ext uri="{FF2B5EF4-FFF2-40B4-BE49-F238E27FC236}">
                <a16:creationId xmlns:a16="http://schemas.microsoft.com/office/drawing/2014/main" id="{D0D30F0E-A767-46D7-B6EA-F7019091CED9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365126" y="621834"/>
            <a:ext cx="7416800" cy="480053"/>
          </a:xfrm>
        </p:spPr>
        <p:txBody>
          <a:bodyPr xmlns:a="http://schemas.openxmlformats.org/drawingml/2006/main" wrap="none"/>
          <a:lstStyle xmlns:a="http://schemas.openxmlformats.org/drawingml/2006/main">
            <a:lvl1pPr>
              <a:lnSpc>
                <a:spcPts val="3000"/>
              </a:lnSpc>
              <a:buNone/>
              <a:defRPr sz="3000" b="1" i="0" cap="all" baseline="0">
                <a:solidFill>
                  <a:schemeClr val="bg1"/>
                </a:solidFill>
                <a:latin typeface="Arial Narrow"/>
                <a:ea typeface="Arial Narrow"/>
                <a:cs typeface="Arial Narrow"/>
              </a:defRPr>
            </a:lvl1pPr>
          </a:lstStyle>
          <a:p xmlns:a="http://schemas.openxmlformats.org/drawingml/2006/main">
            <a:pPr lvl="0">
              <a:buNone/>
            </a:pPr>
            <a:r>
              <a:t>Click </a:t>
            </a:r>
            <a:r>
              <a:t>to</a:t>
            </a:r>
            <a:r>
              <a:t> </a:t>
            </a:r>
            <a:r>
              <a:t>edit</a:t>
            </a:r>
            <a:r>
              <a:t> / zum bearbeiten anklicken</a:t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showMasterSp="0" preserve="1" userDrawn="1">
  <p:cSld name="title product image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Grafik 2">
            <a:extLst xmlns:a="http://schemas.openxmlformats.org/drawingml/2006/main">
              <a:ext uri="{FF2B5EF4-FFF2-40B4-BE49-F238E27FC236}">
                <a16:creationId xmlns:a16="http://schemas.microsoft.com/office/drawing/2014/main" id="{0ED54E81-1D42-44FA-9AD1-7AC02D07C5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bd9b4bf5d4a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12" name="Titelbild">
            <a:extLst xmlns:a="http://schemas.openxmlformats.org/drawingml/2006/main">
              <a:ext uri="{FF2B5EF4-FFF2-40B4-BE49-F238E27FC236}">
                <a16:creationId xmlns:a16="http://schemas.microsoft.com/office/drawing/2014/main" id="{811BB11F-AF77-4F82-BA44-A9C54228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9143999" cy="6857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vert="horz" wrap="none" lIns="90000" tIns="46800" rIns="90000" bIns="46800" anchor="ctr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sz="2000" b="0" i="0" u="none" strike="noStrike" cap="none" baseline="0">
              <a:ln>
                <a:noFill/>
              </a:ln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Status">
            <a:extLst xmlns:a="http://schemas.openxmlformats.org/drawingml/2006/main">
              <a:ext uri="{FF2B5EF4-FFF2-40B4-BE49-F238E27FC236}">
                <a16:creationId xmlns:a16="http://schemas.microsoft.com/office/drawing/2014/main" id="{FE11AE38-5251-4D49-9B9C-8FDAA343D6A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8060520" y="6303600"/>
            <a:ext cx="717555" cy="376239"/>
          </a:xfrm>
        </p:spPr>
        <p:txBody>
          <a:bodyPr xmlns:a="http://schemas.openxmlformats.org/drawingml/2006/main" wrap="none" lIns="108000" tIns="72000" rIns="0" bIns="72000" anchor="ctr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buNone/>
              <a:defRPr sz="1500" b="1" kern="1200" cap="all" baseline="0">
                <a:latin typeface="Arial Narrow"/>
                <a:ea typeface="Arial Narrow"/>
                <a:cs typeface="Arial Narrow"/>
              </a:defRPr>
            </a:lvl1pPr>
          </a:lstStyle>
          <a:p xmlns:a="http://schemas.openxmlformats.org/drawingml/2006/main">
            <a:pPr lvl="0">
              <a:buNone/>
            </a:pPr>
            <a:r>
              <a:t>STATUS</a:t>
            </a:r>
            <a:endParaRPr/>
          </a:p>
        </p:txBody>
      </p:sp>
      <p:sp>
        <p:nvSpPr>
          <p:cNvPr id="13" name="Classification">
            <a:extLst xmlns:a="http://schemas.openxmlformats.org/drawingml/2006/main">
              <a:ext uri="{FF2B5EF4-FFF2-40B4-BE49-F238E27FC236}">
                <a16:creationId xmlns:a16="http://schemas.microsoft.com/office/drawing/2014/main" id="{573CD741-D6B9-43A3-9167-67D063B5C88A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3809523" y="6288066"/>
            <a:ext cx="1529046" cy="4090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0034"/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lIns="108000" tIns="72000" rIns="108000" bIns="72000" anchor="ctr">
            <a:spAutoFit/>
          </a:bodyPr>
          <a:lstStyle xmlns:a="http://schemas.openxmlformats.org/drawingml/2006/main">
            <a:lvl1pPr marL="0" indent="0" algn="ctr">
              <a:buNone/>
              <a:defRPr sz="1500" b="1" kern="1200" cap="all" baseline="0">
                <a:solidFill>
                  <a:schemeClr val="bg1"/>
                </a:solidFill>
                <a:latin typeface="Arial Narrow"/>
                <a:ea typeface="Arial Narrow"/>
                <a:cs typeface="Arial Narrow"/>
              </a:defRPr>
            </a:lvl1pPr>
          </a:lstStyle>
          <a:p xmlns:a="http://schemas.openxmlformats.org/drawingml/2006/main">
            <a:pPr lvl="0">
              <a:buNone/>
            </a:pPr>
            <a:r>
              <a:t>CLASSIFICATION</a:t>
            </a:r>
            <a:endParaRPr/>
          </a:p>
        </p:txBody>
      </p:sp>
      <p:sp>
        <p:nvSpPr>
          <p:cNvPr id="7172" name="Date">
            <a:extLst xmlns:a="http://schemas.openxmlformats.org/drawingml/2006/main">
              <a:ext uri="{FF2B5EF4-FFF2-40B4-BE49-F238E27FC236}">
                <a16:creationId xmlns:a16="http://schemas.microsoft.com/office/drawing/2014/main" id="{0A6B40B8-684F-41FF-A857-7D243083913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63600" y="5745701"/>
            <a:ext cx="1800000" cy="2127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 b="0" i="0" cap="all" baseline="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</a:lstStyle>
          <a:p xmlns:a="http://schemas.openxmlformats.org/drawingml/2006/main">
            <a:pPr algn="l">
              <a:buNone/>
            </a:pPr>
            <a:r>
              <a:t>MONTH DAY, YEAR</a:t>
            </a:r>
            <a:endParaRPr/>
          </a:p>
        </p:txBody>
      </p:sp>
      <p:sp>
        <p:nvSpPr>
          <p:cNvPr id="7173" name="LegalEntity">
            <a:extLst xmlns:a="http://schemas.openxmlformats.org/drawingml/2006/main">
              <a:ext uri="{FF2B5EF4-FFF2-40B4-BE49-F238E27FC236}">
                <a16:creationId xmlns:a16="http://schemas.microsoft.com/office/drawing/2014/main" id="{2FBACB95-FC97-47E0-8325-1AD05B006E3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65125" y="5562002"/>
            <a:ext cx="7424032" cy="212725"/>
          </a:xfrm>
        </p:spPr>
        <p:txBody>
          <a:bodyPr xmlns:a="http://schemas.openxmlformats.org/drawingml/2006/main" wrap="square"/>
          <a:lstStyle xmlns:a="http://schemas.openxmlformats.org/drawingml/2006/main">
            <a:lvl1pPr algn="l">
              <a:buNone/>
              <a:defRPr sz="1500" b="0" i="0" cap="all" baseline="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</a:lstStyle>
          <a:p xmlns:a="http://schemas.openxmlformats.org/drawingml/2006/main">
            <a:r>
              <a:t>LEGAL ENTITY / DEPARTMENT / AUTHOR </a:t>
            </a:r>
            <a:endParaRPr/>
          </a:p>
        </p:txBody>
      </p:sp>
      <p:sp>
        <p:nvSpPr>
          <p:cNvPr id="7171" name="Headline">
            <a:extLst xmlns:a="http://schemas.openxmlformats.org/drawingml/2006/main">
              <a:ext uri="{FF2B5EF4-FFF2-40B4-BE49-F238E27FC236}">
                <a16:creationId xmlns:a16="http://schemas.microsoft.com/office/drawing/2014/main" id="{55084721-BED5-4E17-A808-B5645A33570A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365125" y="4581128"/>
            <a:ext cx="7424032" cy="885224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ts val="3300"/>
              </a:lnSpc>
              <a:buFont typeface="Arial"/>
              <a:buNone/>
              <a:defRPr sz="3300" b="1" i="0" cap="all" baseline="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</a:lstStyle>
          <a:p xmlns:a="http://schemas.openxmlformats.org/drawingml/2006/main">
            <a:pPr lvl="0">
              <a:buNone/>
            </a:pPr>
            <a:r>
              <a:t>MASTER-UNTERTITELFORMAT BEARBEITEN</a:t>
            </a:r>
            <a:endParaRPr/>
          </a:p>
        </p:txBody>
      </p:sp>
      <p:sp>
        <p:nvSpPr>
          <p:cNvPr id="7170" name="Subheadline">
            <a:extLst xmlns:a="http://schemas.openxmlformats.org/drawingml/2006/main">
              <a:ext uri="{FF2B5EF4-FFF2-40B4-BE49-F238E27FC236}">
                <a16:creationId xmlns:a16="http://schemas.microsoft.com/office/drawing/2014/main" id="{4EF426C4-F690-443C-B891-FD12CB45951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365123" y="4224001"/>
            <a:ext cx="7424033" cy="357128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2200" b="1" i="0" cap="all" baseline="0">
                <a:solidFill>
                  <a:srgbClr val="B10034"/>
                </a:solidFill>
                <a:latin typeface="Arial Narrow"/>
                <a:ea typeface="Arial Narrow"/>
                <a:cs typeface="Arial Narrow"/>
              </a:defRPr>
            </a:lvl1pPr>
          </a:lstStyle>
          <a:p xmlns:a="http://schemas.openxmlformats.org/drawingml/2006/main">
            <a:pPr lvl="0">
              <a:buNone/>
            </a:pPr>
            <a:r>
              <a:t>Click </a:t>
            </a:r>
            <a:r>
              <a:t>to</a:t>
            </a:r>
            <a:r>
              <a:t> </a:t>
            </a:r>
            <a:r>
              <a:t>edit</a:t>
            </a:r>
            <a:r>
              <a:t> / zum bearbeiten anklicken</a:t>
            </a:r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showMasterSp="0" preserve="1" userDrawn="1">
  <p:cSld name="title no image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Standardhintergrund">
            <a:extLst xmlns:a="http://schemas.openxmlformats.org/drawingml/2006/main">
              <a:ext uri="{FF2B5EF4-FFF2-40B4-BE49-F238E27FC236}">
                <a16:creationId xmlns:a16="http://schemas.microsoft.com/office/drawing/2014/main" id="{DC8E9F72-A82B-4677-BBBF-0CB188E6D0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c9ec6e35241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12" name="Status">
            <a:extLst xmlns:a="http://schemas.openxmlformats.org/drawingml/2006/main">
              <a:ext uri="{FF2B5EF4-FFF2-40B4-BE49-F238E27FC236}">
                <a16:creationId xmlns:a16="http://schemas.microsoft.com/office/drawing/2014/main" id="{FFFF438A-3B2D-4C72-A085-CD78010146E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363600" y="4865520"/>
            <a:ext cx="608500" cy="263662"/>
          </a:xfrm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>
            <a:lvl1pPr marL="0" indent="0">
              <a:buNone/>
              <a:defRPr sz="1500" b="1" kern="1200" cap="all" baseline="0">
                <a:latin typeface="Arial Narrow"/>
                <a:ea typeface="Arial Narrow"/>
                <a:cs typeface="Arial Narrow"/>
              </a:defRPr>
            </a:lvl1pPr>
          </a:lstStyle>
          <a:p xmlns:a="http://schemas.openxmlformats.org/drawingml/2006/main">
            <a:pPr lvl="0">
              <a:buNone/>
            </a:pPr>
            <a:r>
              <a:t>STATUS</a:t>
            </a:r>
            <a:endParaRPr/>
          </a:p>
        </p:txBody>
      </p:sp>
      <p:sp>
        <p:nvSpPr>
          <p:cNvPr id="11" name="Classification">
            <a:extLst xmlns:a="http://schemas.openxmlformats.org/drawingml/2006/main">
              <a:ext uri="{FF2B5EF4-FFF2-40B4-BE49-F238E27FC236}">
                <a16:creationId xmlns:a16="http://schemas.microsoft.com/office/drawing/2014/main" id="{DC2E67CD-6791-4440-959C-609DD6A3186A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362718" y="4638300"/>
            <a:ext cx="1310936" cy="230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>
            <a:lvl1pPr marL="0" indent="0">
              <a:buNone/>
              <a:defRPr sz="1500" b="1" kern="1200" cap="all" baseline="0">
                <a:solidFill>
                  <a:srgbClr val="B10034"/>
                </a:solidFill>
                <a:latin typeface="Arial Narrow"/>
                <a:ea typeface="Arial Narrow"/>
                <a:cs typeface="Arial Narrow"/>
              </a:defRPr>
            </a:lvl1pPr>
          </a:lstStyle>
          <a:p xmlns:a="http://schemas.openxmlformats.org/drawingml/2006/main">
            <a:pPr lvl="0">
              <a:buNone/>
            </a:pPr>
            <a:r>
              <a:t>CLASSIFICATION</a:t>
            </a:r>
            <a:endParaRPr/>
          </a:p>
        </p:txBody>
      </p:sp>
      <p:sp>
        <p:nvSpPr>
          <p:cNvPr id="7" name="Date">
            <a:extLst xmlns:a="http://schemas.openxmlformats.org/drawingml/2006/main">
              <a:ext uri="{FF2B5EF4-FFF2-40B4-BE49-F238E27FC236}">
                <a16:creationId xmlns:a16="http://schemas.microsoft.com/office/drawing/2014/main" id="{E9F918F2-9C60-4C94-A922-629BC3CE021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63600" y="4293097"/>
            <a:ext cx="2003517" cy="21048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 b="0" i="0" cap="all" baseline="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</a:lstStyle>
          <a:p xmlns:a="http://schemas.openxmlformats.org/drawingml/2006/main">
            <a:pPr algn="l">
              <a:buNone/>
            </a:pPr>
            <a:r>
              <a:t>MONTH </a:t>
            </a:r>
            <a:r>
              <a:t>day</a:t>
            </a:r>
            <a:r>
              <a:t>, YEAR</a:t>
            </a:r>
            <a:endParaRPr/>
          </a:p>
        </p:txBody>
      </p:sp>
      <p:sp>
        <p:nvSpPr>
          <p:cNvPr id="8" name="LegalEntity">
            <a:extLst xmlns:a="http://schemas.openxmlformats.org/drawingml/2006/main">
              <a:ext uri="{FF2B5EF4-FFF2-40B4-BE49-F238E27FC236}">
                <a16:creationId xmlns:a16="http://schemas.microsoft.com/office/drawing/2014/main" id="{F2D0C0D7-39DE-4D1E-83B2-835AAD06E05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63600" y="4077073"/>
            <a:ext cx="7403487" cy="210486"/>
          </a:xfrm>
        </p:spPr>
        <p:txBody>
          <a:bodyPr xmlns:a="http://schemas.openxmlformats.org/drawingml/2006/main" wrap="square"/>
          <a:lstStyle xmlns:a="http://schemas.openxmlformats.org/drawingml/2006/main">
            <a:lvl1pPr algn="l">
              <a:buNone/>
              <a:defRPr sz="1500" b="0" i="0" cap="all" baseline="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</a:lstStyle>
          <a:p xmlns:a="http://schemas.openxmlformats.org/drawingml/2006/main">
            <a:r>
              <a:t>LEGAL ENTITY / DEPARTMENT / AUTHOR </a:t>
            </a:r>
            <a:endParaRPr/>
          </a:p>
        </p:txBody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C2B1E1B8-D8D9-4241-B4FB-BA083CEB1DDA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365125" y="2708920"/>
            <a:ext cx="8496343" cy="115212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ts val="4500"/>
              </a:lnSpc>
              <a:buFont typeface="Arial"/>
              <a:buNone/>
              <a:defRPr sz="4500" b="1" i="0" cap="all" baseline="0">
                <a:solidFill>
                  <a:schemeClr val="tx2"/>
                </a:solidFill>
                <a:latin typeface="Arial Narrow"/>
                <a:ea typeface="Arial Narrow"/>
                <a:cs typeface="Arial Narrow"/>
              </a:defRPr>
            </a:lvl1pPr>
          </a:lstStyle>
          <a:p xmlns:a="http://schemas.openxmlformats.org/drawingml/2006/main">
            <a:pPr lvl="0">
              <a:buNone/>
            </a:pPr>
            <a:r>
              <a:t>MASTER-UNTERTITELFORMAT BEARBEITEN</a:t>
            </a:r>
            <a:endParaRPr/>
          </a:p>
        </p:txBody>
      </p:sp>
      <p:sp>
        <p:nvSpPr>
          <p:cNvPr id="5" name="Subheadline">
            <a:extLst xmlns:a="http://schemas.openxmlformats.org/drawingml/2006/main">
              <a:ext uri="{FF2B5EF4-FFF2-40B4-BE49-F238E27FC236}">
                <a16:creationId xmlns:a16="http://schemas.microsoft.com/office/drawing/2014/main" id="{564E7E41-E113-4396-9727-B9D583785C96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365125" y="2204867"/>
            <a:ext cx="8496342" cy="342501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3000" b="1" i="0" cap="all" baseline="0">
                <a:solidFill>
                  <a:srgbClr val="B10034"/>
                </a:solidFill>
                <a:latin typeface="Arial Narrow"/>
                <a:ea typeface="Arial Narrow"/>
                <a:cs typeface="Arial Narrow"/>
              </a:defRPr>
            </a:lvl1pPr>
          </a:lstStyle>
          <a:p xmlns:a="http://schemas.openxmlformats.org/drawingml/2006/main">
            <a:pPr lvl="0">
              <a:buNone/>
            </a:pPr>
            <a:r>
              <a:t>Click </a:t>
            </a:r>
            <a:r>
              <a:t>to</a:t>
            </a:r>
            <a:r>
              <a:t> </a:t>
            </a:r>
            <a:r>
              <a:t>edit</a:t>
            </a:r>
            <a:r>
              <a:t> / zum bearbeiten anklicken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title chapter separator 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Grafik 4">
            <a:extLst xmlns:a="http://schemas.openxmlformats.org/drawingml/2006/main">
              <a:ext uri="{FF2B5EF4-FFF2-40B4-BE49-F238E27FC236}">
                <a16:creationId xmlns:a16="http://schemas.microsoft.com/office/drawing/2014/main" id="{6A7F9680-DBBA-4DB7-929E-4E74BD0A93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5a2f1410d34a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0" y="1721868"/>
            <a:ext cx="9139360" cy="4579200"/>
          </a:xfrm>
          <a:prstGeom xmlns:a="http://schemas.openxmlformats.org/drawingml/2006/main" prst="rect">
            <a:avLst/>
          </a:prstGeom>
        </p:spPr>
      </p:pic>
      <p:sp>
        <p:nvSpPr>
          <p:cNvPr id="12" name="Titelbild">
            <a:extLst xmlns:a="http://schemas.openxmlformats.org/drawingml/2006/main">
              <a:ext uri="{FF2B5EF4-FFF2-40B4-BE49-F238E27FC236}">
                <a16:creationId xmlns:a16="http://schemas.microsoft.com/office/drawing/2014/main" id="{89861C80-A599-498C-990B-2B9705FC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9143999" cy="6857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vert="horz" wrap="none" lIns="90000" tIns="46800" rIns="90000" bIns="46800" anchor="ctr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sz="2000" b="0" i="0" u="none" strike="noStrike" cap="none" baseline="0">
              <a:ln>
                <a:noFill/>
              </a:ln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36F5211E-C5DB-428B-AD31-489226A4BC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D0EF225-2028-4265-B93B-9D8B9B1E6149}" type="slidenum">
              <a:t>‹Nr.›</a:t>
            </a:fld>
            <a:endParaRPr/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947438BB-2BD6-46F6-A8A2-3DCA95320F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MONTH, YEAR</a:t>
            </a:r>
            <a:endParaRPr/>
          </a:p>
        </p:txBody>
      </p:sp>
      <p:sp>
        <p:nvSpPr>
          <p:cNvPr id="11" name="LegalEntity">
            <a:extLst xmlns:a="http://schemas.openxmlformats.org/drawingml/2006/main">
              <a:ext uri="{FF2B5EF4-FFF2-40B4-BE49-F238E27FC236}">
                <a16:creationId xmlns:a16="http://schemas.microsoft.com/office/drawing/2014/main" id="{8945DD27-9B87-4A5C-BDA8-274F70E8F9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65124" y="6560269"/>
            <a:ext cx="2664000" cy="13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0" tIns="0" rIns="0" bIns="0" anchor="t"/>
          <a:lstStyle xmlns:a="http://schemas.openxmlformats.org/drawingml/2006/main">
            <a:lvl1pPr algn="l">
              <a:spcBef>
                <a:spcPct val="0"/>
              </a:spcBef>
              <a:buNone/>
              <a:defRPr sz="700" b="1" i="0" cap="all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LEGAL ENTITY / DEPARTMENT / AUTHOR </a:t>
            </a:r>
            <a:endParaRPr/>
          </a:p>
        </p:txBody>
      </p:sp>
      <p:sp>
        <p:nvSpPr>
          <p:cNvPr id="8" name="Titel 2">
            <a:extLst xmlns:a="http://schemas.openxmlformats.org/drawingml/2006/main">
              <a:ext uri="{FF2B5EF4-FFF2-40B4-BE49-F238E27FC236}">
                <a16:creationId xmlns:a16="http://schemas.microsoft.com/office/drawing/2014/main" id="{C6772FC4-1C12-4FA7-9EA3-681EA27337FE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65125" y="922229"/>
            <a:ext cx="7586202" cy="3066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 marL="0" indent="0" algn="l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cap="all" baseline="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  <a:lvl2pPr marL="362939" indent="0">
              <a:buFontTx/>
              <a:buNone/>
              <a:defRPr/>
            </a:lvl2pPr>
            <a:lvl3pPr marL="725876" indent="0">
              <a:buFontTx/>
              <a:buNone/>
              <a:defRPr/>
            </a:lvl3pPr>
            <a:lvl4pPr marL="1080749" indent="0">
              <a:buFontTx/>
              <a:buNone/>
              <a:defRPr/>
            </a:lvl4pPr>
            <a:lvl5pPr marL="1287221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</a:t>
            </a:r>
            <a:r>
              <a:t>to</a:t>
            </a:r>
            <a:r>
              <a:t> </a:t>
            </a:r>
            <a:r>
              <a:t>edit</a:t>
            </a:r>
            <a:r>
              <a:t> / zum bearbeiten anklicken</a:t>
            </a:r>
            <a:endParaRPr/>
          </a:p>
        </p:txBody>
      </p:sp>
      <p:sp>
        <p:nvSpPr>
          <p:cNvPr id="9" name="Titel 1">
            <a:extLst xmlns:a="http://schemas.openxmlformats.org/drawingml/2006/main">
              <a:ext uri="{FF2B5EF4-FFF2-40B4-BE49-F238E27FC236}">
                <a16:creationId xmlns:a16="http://schemas.microsoft.com/office/drawing/2014/main" id="{FFC32329-F05E-4E16-8444-9E6D70D1F8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5125" y="620722"/>
            <a:ext cx="7586202" cy="30150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63bd7d798afb4067" /><Relationship Type="http://schemas.openxmlformats.org/officeDocument/2006/relationships/theme" Target="/ppt/slideMasters/theme/theme2.xml" Id="Ra21c6ecb893b4d2a" /><Relationship Type="http://schemas.openxmlformats.org/officeDocument/2006/relationships/slideLayout" Target="/ppt/slideLayouts/slideLayout1.xml" Id="R5942eff385444508" /><Relationship Type="http://schemas.openxmlformats.org/officeDocument/2006/relationships/slideLayout" Target="/ppt/slideLayouts/slideLayout2.xml" Id="Rd61d892682404093" /><Relationship Type="http://schemas.openxmlformats.org/officeDocument/2006/relationships/slideLayout" Target="/ppt/slideLayouts/slideLayout3.xml" Id="R189d0565811e4e34" /><Relationship Type="http://schemas.openxmlformats.org/officeDocument/2006/relationships/slideLayout" Target="/ppt/slideLayouts/slideLayout4.xml" Id="R9f05b1679c1d4333" /><Relationship Type="http://schemas.openxmlformats.org/officeDocument/2006/relationships/slideLayout" Target="/ppt/slideLayouts/slideLayout5.xml" Id="R7a18d294ed5a4458" /><Relationship Type="http://schemas.openxmlformats.org/officeDocument/2006/relationships/slideLayout" Target="/ppt/slideLayouts/slideLayout6.xml" Id="R7f8ad88a9aa34d71" /><Relationship Type="http://schemas.openxmlformats.org/officeDocument/2006/relationships/slideLayout" Target="/ppt/slideLayouts/slideLayout7.xml" Id="R69e8d1ae75f042d9" /><Relationship Type="http://schemas.openxmlformats.org/officeDocument/2006/relationships/slideLayout" Target="/ppt/slideLayouts/slideLayout8.xml" Id="Rbb44bb29317448e2" /><Relationship Type="http://schemas.openxmlformats.org/officeDocument/2006/relationships/slideLayout" Target="/ppt/slideLayouts/slideLayout9.xml" Id="R90a76bc808794797" /><Relationship Type="http://schemas.openxmlformats.org/officeDocument/2006/relationships/slideLayout" Target="/ppt/slideLayouts/slideLayout10.xml" Id="R5fb8febe458e48d8" /><Relationship Type="http://schemas.openxmlformats.org/officeDocument/2006/relationships/slideLayout" Target="/ppt/slideLayouts/slideLayout11.xml" Id="Rd8e091763ef9496d" /><Relationship Type="http://schemas.openxmlformats.org/officeDocument/2006/relationships/slideLayout" Target="/ppt/slideLayouts/slideLayout12.xml" Id="R4c09c8c156114c23" /><Relationship Type="http://schemas.openxmlformats.org/officeDocument/2006/relationships/slideLayout" Target="/ppt/slideLayouts/slideLayout13.xml" Id="Rd51c8d4c4f86468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88B2BBE-4B51-4E9C-A754-F59AF9E900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5125" y="620722"/>
            <a:ext cx="7586202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MASTERTITELFORMAT BEARBEITEN</a:t>
            </a:r>
            <a:br/>
            <a:endParaRPr/>
          </a:p>
        </p:txBody>
      </p:sp>
      <p:sp>
        <p:nvSpPr>
          <p:cNvPr id="102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74F4E2A-FE14-4A4C-987D-582041DAB0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5126" y="1592263"/>
            <a:ext cx="8413749" cy="4718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Mastertextformat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  <a:endParaRPr/>
          </a:p>
        </p:txBody>
      </p:sp>
      <p:sp>
        <p:nvSpPr>
          <p:cNvPr id="1028" name="Date">
            <a:extLst xmlns:a="http://schemas.openxmlformats.org/drawingml/2006/main">
              <a:ext uri="{FF2B5EF4-FFF2-40B4-BE49-F238E27FC236}">
                <a16:creationId xmlns:a16="http://schemas.microsoft.com/office/drawing/2014/main" id="{D7E5481E-145C-47AE-A3D7-BE369BBB66A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573165" y="6560269"/>
            <a:ext cx="972000" cy="13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0" tIns="0" rIns="0" bIns="0" anchor="t"/>
          <a:lstStyle xmlns:a="http://schemas.openxmlformats.org/drawingml/2006/main">
            <a:lvl1pPr algn="l">
              <a:spcBef>
                <a:spcPct val="0"/>
              </a:spcBef>
              <a:buNone/>
              <a:defRPr sz="730" b="0" i="0" cap="all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MONTH DAY, YEAR</a:t>
            </a:r>
            <a:endParaRPr/>
          </a:p>
        </p:txBody>
      </p:sp>
      <p:sp>
        <p:nvSpPr>
          <p:cNvPr id="103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6E586B6-6B6A-4988-913D-3BD7AEFF4A1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568000" y="6560269"/>
            <a:ext cx="216000" cy="13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algn="r">
              <a:spcBef>
                <a:spcPct val="0"/>
              </a:spcBef>
              <a:buNone/>
              <a:defRPr sz="730" b="0" i="0" cap="all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0974EC64-30ED-4E7E-885C-F359A58F81BA}" type="slidenum">
              <a:t>‹Nr.›</a:t>
            </a:fld>
            <a:endParaRPr/>
          </a:p>
        </p:txBody>
      </p:sp>
      <p:pic>
        <p:nvPicPr>
          <p:cNvPr id="12" name="Grafik 11">
            <a:extLst xmlns:a="http://schemas.openxmlformats.org/drawingml/2006/main">
              <a:ext uri="{FF2B5EF4-FFF2-40B4-BE49-F238E27FC236}">
                <a16:creationId xmlns:a16="http://schemas.microsoft.com/office/drawing/2014/main" id="{BDC8E919-81DE-4261-A1CD-4DE33A8022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d7d798afb40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84663" y="441010"/>
            <a:ext cx="964800" cy="603566"/>
          </a:xfrm>
          <a:prstGeom xmlns:a="http://schemas.openxmlformats.org/drawingml/2006/main" prst="rect">
            <a:avLst/>
          </a:prstGeom>
        </p:spPr>
      </p:pic>
      <p:sp>
        <p:nvSpPr>
          <p:cNvPr id="10" name="Classification">
            <a:extLst xmlns:a="http://schemas.openxmlformats.org/drawingml/2006/main">
              <a:ext uri="{FF2B5EF4-FFF2-40B4-BE49-F238E27FC236}">
                <a16:creationId xmlns:a16="http://schemas.microsoft.com/office/drawing/2014/main" id="{51FA3FC9-7C2A-41A1-A413-2F49F6EF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1713" y="6560269"/>
            <a:ext cx="1440000" cy="13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0" tIns="0" rIns="0" bIns="0" anchor="t"/>
          <a:lstStyle xmlns:a="http://schemas.openxmlformats.org/drawingml/2006/main">
            <a:lvl1pPr algn="l">
              <a:spcBef>
                <a:spcPct val="0"/>
              </a:spcBef>
              <a:spcAft>
                <a:spcPct val="0"/>
              </a:spcAft>
              <a:buNone/>
              <a:defRPr sz="7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>
              <a:spcBef>
                <a:spcPct val="50000"/>
              </a:spcBef>
              <a:spcAft>
                <a:spcPct val="0"/>
              </a:spcAft>
              <a:buNone/>
              <a:defRPr sz="2000" kern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914400" algn="l">
              <a:spcBef>
                <a:spcPct val="50000"/>
              </a:spcBef>
              <a:spcAft>
                <a:spcPct val="0"/>
              </a:spcAft>
              <a:buNone/>
              <a:defRPr sz="2000" kern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371600" algn="l">
              <a:spcBef>
                <a:spcPct val="50000"/>
              </a:spcBef>
              <a:spcAft>
                <a:spcPct val="0"/>
              </a:spcAft>
              <a:buNone/>
              <a:defRPr sz="2000" kern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1828800" algn="l">
              <a:spcBef>
                <a:spcPct val="50000"/>
              </a:spcBef>
              <a:spcAft>
                <a:spcPct val="0"/>
              </a:spcAft>
              <a:buNone/>
              <a:defRPr sz="2000" kern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286000" algn="l" defTabSz="914400">
              <a:buNone/>
              <a:defRPr sz="2000" kern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2743200" algn="l" defTabSz="914400">
              <a:buNone/>
              <a:defRPr sz="2000" kern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200400" algn="l" defTabSz="914400">
              <a:buNone/>
              <a:defRPr sz="2000" kern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3657600" algn="l" defTabSz="914400">
              <a:buNone/>
              <a:defRPr sz="2000" kern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</a:pPr>
            <a:r>
              <a:rPr sz="730" b="1" i="0" cap="all" baseline="0">
                <a:solidFill>
                  <a:srgbClr val="B10034"/>
                </a:solidFill>
                <a:latin typeface="Arial"/>
                <a:ea typeface="Arial"/>
                <a:cs typeface="Arial"/>
              </a:rPr>
              <a:t/>
            </a:r>
            <a:endParaRPr sz="730" b="0" i="0" cap="all" baseline="0">
              <a:solidFill>
                <a:srgbClr val="B1003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Headline">
            <a:extLst xmlns:a="http://schemas.openxmlformats.org/drawingml/2006/main">
              <a:ext uri="{FF2B5EF4-FFF2-40B4-BE49-F238E27FC236}">
                <a16:creationId xmlns:a16="http://schemas.microsoft.com/office/drawing/2014/main" id="{CAC90F20-CF77-4DAA-88BC-281EC995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117" y="6560269"/>
            <a:ext cx="2772000" cy="13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0" tIns="0" rIns="0" bIns="0" anchor="t"/>
          <a:lstStyle xmlns:a="http://schemas.openxmlformats.org/drawingml/2006/main">
            <a:lvl1pPr algn="l">
              <a:spcBef>
                <a:spcPct val="0"/>
              </a:spcBef>
              <a:spcAft>
                <a:spcPct val="0"/>
              </a:spcAft>
              <a:buNone/>
              <a:defRPr sz="7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>
              <a:spcBef>
                <a:spcPct val="50000"/>
              </a:spcBef>
              <a:spcAft>
                <a:spcPct val="0"/>
              </a:spcAft>
              <a:buNone/>
              <a:defRPr sz="2000" kern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914400" algn="l">
              <a:spcBef>
                <a:spcPct val="50000"/>
              </a:spcBef>
              <a:spcAft>
                <a:spcPct val="0"/>
              </a:spcAft>
              <a:buNone/>
              <a:defRPr sz="2000" kern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371600" algn="l">
              <a:spcBef>
                <a:spcPct val="50000"/>
              </a:spcBef>
              <a:spcAft>
                <a:spcPct val="0"/>
              </a:spcAft>
              <a:buNone/>
              <a:defRPr sz="2000" kern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1828800" algn="l">
              <a:spcBef>
                <a:spcPct val="50000"/>
              </a:spcBef>
              <a:spcAft>
                <a:spcPct val="0"/>
              </a:spcAft>
              <a:buNone/>
              <a:defRPr sz="2000" kern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286000" algn="l" defTabSz="914400">
              <a:buNone/>
              <a:defRPr sz="2000" kern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2743200" algn="l" defTabSz="914400">
              <a:buNone/>
              <a:defRPr sz="2000" kern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200400" algn="l" defTabSz="914400">
              <a:buNone/>
              <a:defRPr sz="2000" kern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3657600" algn="l" defTabSz="914400">
              <a:buNone/>
              <a:defRPr sz="2000" kern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730" b="0" i="0" cap="all" baseline="0">
                <a:solidFill>
                  <a:schemeClr val="tx1"/>
                </a:solidFill>
                <a:latin typeface="Arial"/>
                <a:ea typeface="Arial"/>
                <a:cs typeface="Arial"/>
              </a:rPr>
              <a:t/>
            </a:r>
            <a:endParaRPr sz="730" b="0" i="0" cap="all" baseline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9" name="LegalEntity">
            <a:extLst xmlns:a="http://schemas.openxmlformats.org/drawingml/2006/main">
              <a:ext uri="{FF2B5EF4-FFF2-40B4-BE49-F238E27FC236}">
                <a16:creationId xmlns:a16="http://schemas.microsoft.com/office/drawing/2014/main" id="{E8E76F57-2D59-4031-A6E9-487B462224C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65124" y="6560269"/>
            <a:ext cx="2664000" cy="13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0" tIns="0" rIns="0" bIns="0" anchor="t"/>
          <a:lstStyle xmlns:a="http://schemas.openxmlformats.org/drawingml/2006/main">
            <a:lvl1pPr algn="l">
              <a:spcBef>
                <a:spcPct val="0"/>
              </a:spcBef>
              <a:buNone/>
              <a:defRPr sz="730" b="1" i="0" cap="all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LEGAL ENTITY / DEPARTMENT / AUTHOR 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42eff385444508"/>
    <p:sldLayoutId xmlns:r="http://schemas.openxmlformats.org/officeDocument/2006/relationships" id="2147483650" r:id="Rd61d892682404093"/>
    <p:sldLayoutId xmlns:r="http://schemas.openxmlformats.org/officeDocument/2006/relationships" id="2147483651" r:id="R189d0565811e4e34"/>
    <p:sldLayoutId xmlns:r="http://schemas.openxmlformats.org/officeDocument/2006/relationships" id="2147483652" r:id="R9f05b1679c1d4333"/>
    <p:sldLayoutId xmlns:r="http://schemas.openxmlformats.org/officeDocument/2006/relationships" id="2147483653" r:id="R7a18d294ed5a4458"/>
    <p:sldLayoutId xmlns:r="http://schemas.openxmlformats.org/officeDocument/2006/relationships" id="2147483654" r:id="R7f8ad88a9aa34d71"/>
    <p:sldLayoutId xmlns:r="http://schemas.openxmlformats.org/officeDocument/2006/relationships" id="2147483655" r:id="R69e8d1ae75f042d9"/>
    <p:sldLayoutId xmlns:r="http://schemas.openxmlformats.org/officeDocument/2006/relationships" id="2147483656" r:id="Rbb44bb29317448e2"/>
    <p:sldLayoutId xmlns:r="http://schemas.openxmlformats.org/officeDocument/2006/relationships" id="2147483657" r:id="R90a76bc808794797"/>
    <p:sldLayoutId xmlns:r="http://schemas.openxmlformats.org/officeDocument/2006/relationships" id="2147483658" r:id="R5fb8febe458e48d8"/>
    <p:sldLayoutId xmlns:r="http://schemas.openxmlformats.org/officeDocument/2006/relationships" id="2147483659" r:id="Rd8e091763ef9496d"/>
    <p:sldLayoutId xmlns:r="http://schemas.openxmlformats.org/officeDocument/2006/relationships" id="2147483660" r:id="R4c09c8c156114c23"/>
    <p:sldLayoutId xmlns:r="http://schemas.openxmlformats.org/officeDocument/2006/relationships" id="2147483661" r:id="Rd51c8d4c4f86468c"/>
  </p:sldLayoutIdLst>
  <p:hf hdr="0"/>
  <p:txStyles>
    <p:titleStyle>
      <a:lvl1pPr xmlns:a="http://schemas.openxmlformats.org/drawingml/2006/main" algn="l">
        <a:lnSpc>
          <a:spcPts val="2400"/>
        </a:lnSpc>
        <a:spcBef>
          <a:spcPct val="0"/>
        </a:spcBef>
        <a:spcAft>
          <a:spcPct val="0"/>
        </a:spcAft>
        <a:buNone/>
        <a:defRPr sz="2400" b="1" i="0" cap="all" baseline="0">
          <a:solidFill>
            <a:schemeClr val="tx1"/>
          </a:solidFill>
          <a:latin typeface="Arial Narrow"/>
          <a:ea typeface="Arial Narrow"/>
          <a:cs typeface="Arial Narrow"/>
        </a:defRPr>
      </a:lvl1pPr>
      <a:lvl2pPr xmlns:a="http://schemas.openxmlformats.org/drawingml/2006/main" algn="l">
        <a:lnSpc>
          <a:spcPts val="3048"/>
        </a:lnSpc>
        <a:spcBef>
          <a:spcPct val="0"/>
        </a:spcBef>
        <a:spcAft>
          <a:spcPct val="0"/>
        </a:spcAft>
        <a:buNone/>
        <a:defRPr sz="2439">
          <a:solidFill>
            <a:srgbClr val="B10034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ts val="3048"/>
        </a:lnSpc>
        <a:spcBef>
          <a:spcPct val="0"/>
        </a:spcBef>
        <a:spcAft>
          <a:spcPct val="0"/>
        </a:spcAft>
        <a:buNone/>
        <a:defRPr sz="2439">
          <a:solidFill>
            <a:srgbClr val="B10034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ts val="3048"/>
        </a:lnSpc>
        <a:spcBef>
          <a:spcPct val="0"/>
        </a:spcBef>
        <a:spcAft>
          <a:spcPct val="0"/>
        </a:spcAft>
        <a:buNone/>
        <a:defRPr sz="2439">
          <a:solidFill>
            <a:srgbClr val="B10034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ts val="3048"/>
        </a:lnSpc>
        <a:spcBef>
          <a:spcPct val="0"/>
        </a:spcBef>
        <a:spcAft>
          <a:spcPct val="0"/>
        </a:spcAft>
        <a:buNone/>
        <a:defRPr sz="2439">
          <a:solidFill>
            <a:srgbClr val="B10034"/>
          </a:solidFill>
          <a:latin typeface="Arial"/>
          <a:ea typeface="Arial"/>
          <a:cs typeface="Arial"/>
        </a:defRPr>
      </a:lvl5pPr>
      <a:lvl6pPr xmlns:a="http://schemas.openxmlformats.org/drawingml/2006/main" marL="464561" algn="l">
        <a:lnSpc>
          <a:spcPts val="3048"/>
        </a:lnSpc>
        <a:spcBef>
          <a:spcPct val="0"/>
        </a:spcBef>
        <a:spcAft>
          <a:spcPct val="0"/>
        </a:spcAft>
        <a:buNone/>
        <a:defRPr sz="2439">
          <a:solidFill>
            <a:srgbClr val="B10034"/>
          </a:solidFill>
          <a:latin typeface="Arial"/>
          <a:ea typeface="Arial"/>
          <a:cs typeface="Arial"/>
        </a:defRPr>
      </a:lvl6pPr>
      <a:lvl7pPr xmlns:a="http://schemas.openxmlformats.org/drawingml/2006/main" marL="929122" algn="l">
        <a:lnSpc>
          <a:spcPts val="3048"/>
        </a:lnSpc>
        <a:spcBef>
          <a:spcPct val="0"/>
        </a:spcBef>
        <a:spcAft>
          <a:spcPct val="0"/>
        </a:spcAft>
        <a:buNone/>
        <a:defRPr sz="2439">
          <a:solidFill>
            <a:srgbClr val="B10034"/>
          </a:solidFill>
          <a:latin typeface="Arial"/>
          <a:ea typeface="Arial"/>
          <a:cs typeface="Arial"/>
        </a:defRPr>
      </a:lvl7pPr>
      <a:lvl8pPr xmlns:a="http://schemas.openxmlformats.org/drawingml/2006/main" marL="1393683" algn="l">
        <a:lnSpc>
          <a:spcPts val="3048"/>
        </a:lnSpc>
        <a:spcBef>
          <a:spcPct val="0"/>
        </a:spcBef>
        <a:spcAft>
          <a:spcPct val="0"/>
        </a:spcAft>
        <a:buNone/>
        <a:defRPr sz="2439">
          <a:solidFill>
            <a:srgbClr val="B10034"/>
          </a:solidFill>
          <a:latin typeface="Arial"/>
          <a:ea typeface="Arial"/>
          <a:cs typeface="Arial"/>
        </a:defRPr>
      </a:lvl8pPr>
      <a:lvl9pPr xmlns:a="http://schemas.openxmlformats.org/drawingml/2006/main" marL="1858244" algn="l">
        <a:lnSpc>
          <a:spcPts val="3048"/>
        </a:lnSpc>
        <a:spcBef>
          <a:spcPct val="0"/>
        </a:spcBef>
        <a:spcAft>
          <a:spcPct val="0"/>
        </a:spcAft>
        <a:buNone/>
        <a:defRPr sz="2439">
          <a:solidFill>
            <a:srgbClr val="B10034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252000" indent="-252000" algn="l" defTabSz="252000">
        <a:lnSpc>
          <a:spcPts val="2300"/>
        </a:lnSpc>
        <a:spcBef>
          <a:spcPct val="0"/>
        </a:spcBef>
        <a:spcAft>
          <a:spcPct val="0"/>
        </a:spcAft>
        <a:buClr>
          <a:schemeClr val="tx1"/>
        </a:buClr>
        <a:buFont typeface="Arial"/>
        <a:buChar char="•"/>
        <a:defRPr sz="1800" baseline="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504000" indent="-252000" algn="l" defTabSz="252000">
        <a:lnSpc>
          <a:spcPts val="2300"/>
        </a:lnSpc>
        <a:spcBef>
          <a:spcPct val="0"/>
        </a:spcBef>
        <a:spcAft>
          <a:spcPct val="0"/>
        </a:spcAft>
        <a:buClr>
          <a:srgbClr val="000000"/>
        </a:buClr>
        <a:buFont typeface="Symbol"/>
        <a:buChar char="-"/>
        <a:defRPr sz="1800" baseline="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756000" indent="-252000" algn="l" defTabSz="252000">
        <a:lnSpc>
          <a:spcPts val="2300"/>
        </a:lnSpc>
        <a:spcBef>
          <a:spcPct val="0"/>
        </a:spcBef>
        <a:spcAft>
          <a:spcPct val="0"/>
        </a:spcAft>
        <a:buClr>
          <a:schemeClr val="tx1"/>
        </a:buClr>
        <a:buFont typeface="Arial"/>
        <a:buChar char="•"/>
        <a:defRPr sz="1800" baseline="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008000" indent="-252000" algn="l" defTabSz="252000">
        <a:lnSpc>
          <a:spcPts val="2300"/>
        </a:lnSpc>
        <a:spcBef>
          <a:spcPct val="0"/>
        </a:spcBef>
        <a:spcAft>
          <a:spcPct val="0"/>
        </a:spcAft>
        <a:buClr>
          <a:srgbClr val="000000"/>
        </a:buClr>
        <a:buFont typeface="Symbol"/>
        <a:buChar char="-"/>
        <a:defRPr sz="1800" baseline="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260000" indent="-252000" algn="l" defTabSz="252000">
        <a:lnSpc>
          <a:spcPts val="23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buChar char="•"/>
        <a:defRPr sz="1800" baseline="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105042" indent="-185502" algn="l">
        <a:lnSpc>
          <a:spcPts val="2439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buChar char="»"/>
        <a:tabLst>
          <a:tab pos="7902375" algn="r"/>
        </a:tabLst>
        <a:defRPr sz="1219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569603" indent="-185502" algn="l">
        <a:lnSpc>
          <a:spcPts val="2439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buChar char="»"/>
        <a:tabLst>
          <a:tab pos="7902375" algn="r"/>
        </a:tabLst>
        <a:defRPr sz="1219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164" indent="-185502" algn="l">
        <a:lnSpc>
          <a:spcPts val="2439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buChar char="»"/>
        <a:tabLst>
          <a:tab pos="7902375" algn="r"/>
        </a:tabLst>
        <a:defRPr sz="1219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98725" indent="-185502" algn="l">
        <a:lnSpc>
          <a:spcPts val="2439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buChar char="»"/>
        <a:tabLst>
          <a:tab pos="7902375" algn="r"/>
        </a:tabLst>
        <a:defRPr sz="1219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29122">
        <a:buNone/>
        <a:defRPr sz="1829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64561" algn="l" defTabSz="929122">
        <a:buNone/>
        <a:defRPr sz="1829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29122" algn="l" defTabSz="929122">
        <a:buNone/>
        <a:defRPr sz="1829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93683" algn="l" defTabSz="929122">
        <a:buNone/>
        <a:defRPr sz="1829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58244" algn="l" defTabSz="929122">
        <a:buNone/>
        <a:defRPr sz="1829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22805" algn="l" defTabSz="929122">
        <a:buNone/>
        <a:defRPr sz="1829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87366" algn="l" defTabSz="929122">
        <a:buNone/>
        <a:defRPr sz="1829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926" algn="l" defTabSz="929122">
        <a:buNone/>
        <a:defRPr sz="1829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716487" algn="l" defTabSz="929122">
        <a:buNone/>
        <a:defRPr sz="1829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1" userDrawn="1">
          <p15:clr>
            <a:srgbClr xmlns:a="http://schemas.openxmlformats.org/drawingml/2006/main" val="F26B43"/>
          </p15:clr>
        </p15:guide>
        <p15:guide id="2" pos="226" userDrawn="1">
          <p15:clr>
            <a:srgbClr xmlns:a="http://schemas.openxmlformats.org/drawingml/2006/main" val="F26B43"/>
          </p15:clr>
        </p15:guide>
        <p15:guide id="3" pos="5530" userDrawn="1">
          <p15:clr>
            <a:srgbClr xmlns:a="http://schemas.openxmlformats.org/drawingml/2006/main" val="F26B43"/>
          </p15:clr>
        </p15:guide>
        <p15:guide id="4" orient="horz" pos="3975" userDrawn="1">
          <p15:clr>
            <a:srgbClr xmlns:a="http://schemas.openxmlformats.org/drawingml/2006/main" val="F26B43"/>
          </p15:clr>
        </p15:guide>
        <p15:guide id="5" pos="991" userDrawn="1">
          <p15:clr>
            <a:srgbClr xmlns:a="http://schemas.openxmlformats.org/drawingml/2006/main" val="F26B43"/>
          </p15:clr>
        </p15:guide>
        <p15:guide id="6" pos="1129" userDrawn="1">
          <p15:clr>
            <a:srgbClr xmlns:a="http://schemas.openxmlformats.org/drawingml/2006/main" val="F26B43"/>
          </p15:clr>
        </p15:guide>
        <p15:guide id="9" pos="1905" userDrawn="1">
          <p15:clr>
            <a:srgbClr xmlns:a="http://schemas.openxmlformats.org/drawingml/2006/main" val="F26B43"/>
          </p15:clr>
        </p15:guide>
        <p15:guide id="10" pos="2027" userDrawn="1">
          <p15:clr>
            <a:srgbClr xmlns:a="http://schemas.openxmlformats.org/drawingml/2006/main" val="F26B43"/>
          </p15:clr>
        </p15:guide>
        <p15:guide id="11" pos="2810" userDrawn="1">
          <p15:clr>
            <a:srgbClr xmlns:a="http://schemas.openxmlformats.org/drawingml/2006/main" val="F26B43"/>
          </p15:clr>
        </p15:guide>
        <p15:guide id="12" pos="2950" userDrawn="1">
          <p15:clr>
            <a:srgbClr xmlns:a="http://schemas.openxmlformats.org/drawingml/2006/main" val="F26B43"/>
          </p15:clr>
        </p15:guide>
        <p15:guide id="13" pos="3710" userDrawn="1">
          <p15:clr>
            <a:srgbClr xmlns:a="http://schemas.openxmlformats.org/drawingml/2006/main" val="F26B43"/>
          </p15:clr>
        </p15:guide>
        <p15:guide id="14" pos="3848" userDrawn="1">
          <p15:clr>
            <a:srgbClr xmlns:a="http://schemas.openxmlformats.org/drawingml/2006/main" val="F26B43"/>
          </p15:clr>
        </p15:guide>
        <p15:guide id="17" pos="4631" userDrawn="1">
          <p15:clr>
            <a:srgbClr xmlns:a="http://schemas.openxmlformats.org/drawingml/2006/main" val="F26B43"/>
          </p15:clr>
        </p15:guide>
        <p15:guide id="18" pos="4769" userDrawn="1">
          <p15:clr>
            <a:srgbClr xmlns:a="http://schemas.openxmlformats.org/drawingml/2006/main" val="F26B43"/>
          </p15:clr>
        </p15:guide>
        <p15:guide id="19" orient="horz" pos="1003" userDrawn="1">
          <p15:clr>
            <a:srgbClr xmlns:a="http://schemas.openxmlformats.org/drawingml/2006/main" val="F26B43"/>
          </p15:clr>
        </p15:guide>
        <p15:guide id="20" orient="horz" pos="3551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VxTheme2020ArialMSJhengHei">
  <a:themeElements>
    <a:clrScheme name="VxColors2020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DADADA"/>
      </a:accent1>
      <a:accent2>
        <a:srgbClr val="C8C8C8"/>
      </a:accent2>
      <a:accent3>
        <a:srgbClr val="B2B2B2"/>
      </a:accent3>
      <a:accent4>
        <a:srgbClr val="8B8B8B"/>
      </a:accent4>
      <a:accent5>
        <a:srgbClr val="646567"/>
      </a:accent5>
      <a:accent6>
        <a:srgbClr val="555555"/>
      </a:accent6>
      <a:hlink>
        <a:srgbClr val="000000"/>
      </a:hlink>
      <a:folHlink>
        <a:srgbClr val="B2B2B2"/>
      </a:folHlink>
    </a:clrScheme>
    <a:fontScheme name="Victorinox">
      <a:majorFont>
        <a:latin typeface="Arial"/>
        <a:ea typeface="Microsoft JhengHei"/>
        <a:cs typeface=""/>
      </a:majorFont>
      <a:minorFont>
        <a:latin typeface="Arial"/>
        <a:ea typeface="Microsoft JhengHei"/>
        <a:cs typeface=""/>
      </a:minorFont>
    </a:fontScheme>
    <a:fmtScheme name="VxColors202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8d9e2764044f2e" /><Relationship Type="http://schemas.openxmlformats.org/officeDocument/2006/relationships/image" Target="/ppt/media/image3.png" Id="Rd553b68e98c14b17" /><Relationship Type="http://schemas.openxmlformats.org/officeDocument/2006/relationships/image" Target="/ppt/media/image4.png" Id="Rb43fe94f243546d0" /><Relationship Type="http://schemas.openxmlformats.org/officeDocument/2006/relationships/notesSlide" Target="/ppt/notesSlides/notesSlide1.xml" Id="R2c98e8f84447423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liennummernplatzhalter 1">
            <a:extLst xmlns:a="http://schemas.openxmlformats.org/drawingml/2006/main">
              <a:ext uri="{FF2B5EF4-FFF2-40B4-BE49-F238E27FC236}">
                <a16:creationId xmlns:a16="http://schemas.microsoft.com/office/drawing/2014/main" id="{97FCCE3B-9D62-4277-9D3F-F7EFE943A7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CA7A288E-6A0E-4362-A1B6-B82CC1F89B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18ADE3A7-3960-469C-B483-56277E3279C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VICTORINOX AG</a:t>
            </a:r>
            <a:endParaRPr/>
          </a:p>
        </p:txBody>
      </p:sp>
      <p:sp>
        <p:nvSpPr>
          <p:cNvPr id="6" name="Textplatzhalter 5">
            <a:extLst xmlns:a="http://schemas.openxmlformats.org/drawingml/2006/main">
              <a:ext uri="{FF2B5EF4-FFF2-40B4-BE49-F238E27FC236}">
                <a16:creationId xmlns:a16="http://schemas.microsoft.com/office/drawing/2014/main" id="{631ADBB9-F2CC-4521-A2D1-5C492A376248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ZENTRALHACK CHALLENGE</a:t>
            </a:r>
          </a:p>
        </p:txBody>
      </p:sp>
      <p:sp>
        <p:nvSpPr>
          <p:cNvPr id="7" name="Titel 6">
            <a:extLst xmlns:a="http://schemas.openxmlformats.org/drawingml/2006/main">
              <a:ext uri="{FF2B5EF4-FFF2-40B4-BE49-F238E27FC236}">
                <a16:creationId xmlns:a16="http://schemas.microsoft.com/office/drawing/2014/main" id="{ABCC4118-742B-4053-BFF8-D29BEF7E1C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MATCH AGENT</a:t>
            </a:r>
          </a:p>
        </p:txBody>
      </p:sp>
      <p:sp>
        <p:nvSpPr>
          <p:cNvPr id="12" name="Inhaltsplatzhalter 5">
            <a:extLst xmlns:a="http://schemas.openxmlformats.org/drawingml/2006/main">
              <a:ext uri="{FF2B5EF4-FFF2-40B4-BE49-F238E27FC236}">
                <a16:creationId xmlns:a16="http://schemas.microsoft.com/office/drawing/2014/main" id="{2DB6AF47-CCF9-4976-AAF9-7758D0AB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79070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0" tIns="0" rIns="0" bIns="0" anchor="t"/>
          <a:lstStyle xmlns:a="http://schemas.openxmlformats.org/drawingml/2006/main">
            <a:defPPr>
              <a:defRPr sz="1800" b="1">
                <a:solidFill>
                  <a:srgbClr val="B10034"/>
                </a:solidFill>
                <a:latin typeface="Arial Narrow"/>
                <a:ea typeface="Arial Narrow"/>
                <a:cs typeface="Arial Narrow"/>
              </a:defRPr>
            </a:defPPr>
            <a:lvl1pPr marL="252000" indent="-252000" algn="l" defTabSz="252000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/>
              <a:buChar char="•"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04000" indent="-252000" algn="l" defTabSz="252000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Symbol"/>
              <a:buChar char="-"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56000" indent="-252000" algn="l" defTabSz="252000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/>
              <a:buChar char="•"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08000" indent="-252000" algn="l" defTabSz="252000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Symbol"/>
              <a:buChar char="-"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60000" indent="-252000" algn="l" defTabSz="252000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Char char="•"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105042" indent="-185502" algn="l">
              <a:lnSpc>
                <a:spcPts val="2439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Char char="»"/>
              <a:tabLst>
                <a:tab pos="7902375" algn="r"/>
              </a:tabLst>
              <a:defRPr sz="1219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69603" indent="-185502" algn="l">
              <a:lnSpc>
                <a:spcPts val="2439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Char char="»"/>
              <a:tabLst>
                <a:tab pos="7902375" algn="r"/>
              </a:tabLst>
              <a:defRPr sz="1219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034164" indent="-185502" algn="l">
              <a:lnSpc>
                <a:spcPts val="2439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Char char="»"/>
              <a:tabLst>
                <a:tab pos="7902375" algn="r"/>
              </a:tabLst>
              <a:defRPr sz="1219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498725" indent="-185502" algn="l">
              <a:lnSpc>
                <a:spcPts val="2439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Char char="»"/>
              <a:tabLst>
                <a:tab pos="7902375" algn="r"/>
              </a:tabLst>
              <a:defRPr sz="1219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Font typeface="Arial"/>
              <a:buNone/>
              <a:defRPr sz="1800" b="1">
                <a:solidFill>
                  <a:srgbClr val="B10034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B10034"/>
                </a:solidFill>
                <a:latin typeface="Arial Narrow"/>
                <a:ea typeface="Arial Narrow"/>
                <a:cs typeface="Arial Narrow"/>
              </a:rPr>
              <a:t>1  FOTO AUFNEHMEN</a:t>
            </a:r>
            <a:endParaRPr sz="1400" b="1" kern="0">
              <a:solidFill>
                <a:srgbClr val="FFFFFF"/>
              </a:solidFill>
              <a:latin typeface="Arial Narrow"/>
              <a:ea typeface="Arial Narrow"/>
              <a:cs typeface="Arial Narrow"/>
            </a:endParaRPr>
          </a:p>
        </p:txBody>
      </p:sp>
      <p:sp>
        <p:nvSpPr>
          <p:cNvPr id="13" name="Inhaltsplatzhalter 5">
            <a:extLst xmlns:a="http://schemas.openxmlformats.org/drawingml/2006/main">
              <a:ext uri="{FF2B5EF4-FFF2-40B4-BE49-F238E27FC236}">
                <a16:creationId xmlns:a16="http://schemas.microsoft.com/office/drawing/2014/main" id="{91AB726B-ED1E-454E-8075-4229725B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71700"/>
            <a:ext cx="4914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0" tIns="0" rIns="0" bIns="0" anchor="t"/>
          <a:lstStyle xmlns:a="http://schemas.openxmlformats.org/drawingml/2006/main">
            <a:defPPr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marL="274220" indent="-274220"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/>
              <a:buChar char="•"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637159" indent="-274220"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Symbol"/>
              <a:buChar char="-"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000096" indent="-274220"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/>
              <a:buChar char="•"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63035" indent="-282286"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Symbol"/>
              <a:buChar char="-"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588863" indent="-301642"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Char char="•"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105042" indent="-185502" algn="l">
              <a:lnSpc>
                <a:spcPts val="2439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Char char="»"/>
              <a:tabLst>
                <a:tab pos="7902375" algn="r"/>
              </a:tabLst>
              <a:defRPr sz="1219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69603" indent="-185502" algn="l">
              <a:lnSpc>
                <a:spcPts val="2439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Char char="»"/>
              <a:tabLst>
                <a:tab pos="7902375" algn="r"/>
              </a:tabLst>
              <a:defRPr sz="1219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034164" indent="-185502" algn="l">
              <a:lnSpc>
                <a:spcPts val="2439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Char char="»"/>
              <a:tabLst>
                <a:tab pos="7902375" algn="r"/>
              </a:tabLst>
              <a:defRPr sz="1219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498725" indent="-185502" algn="l">
              <a:lnSpc>
                <a:spcPts val="2439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Char char="»"/>
              <a:tabLst>
                <a:tab pos="7902375" algn="r"/>
              </a:tabLst>
              <a:defRPr sz="1219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Ausgangspunkt: ein Konkurrenzprodukt.</a:t>
            </a:r>
            <a:endParaRPr sz="1400" b="1" kern="0"/>
          </a:p>
        </p:txBody>
      </p:sp>
      <p:sp>
        <p:nvSpPr>
          <p:cNvPr id="14" name="Inhaltsplatzhalter 5">
            <a:extLst xmlns:a="http://schemas.openxmlformats.org/drawingml/2006/main">
              <a:ext uri="{FF2B5EF4-FFF2-40B4-BE49-F238E27FC236}">
                <a16:creationId xmlns:a16="http://schemas.microsoft.com/office/drawing/2014/main" id="{7FDD725E-D00F-4A46-B59F-3FAC4F57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9908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0" tIns="0" rIns="0" bIns="0" anchor="t"/>
          <a:lstStyle xmlns:a="http://schemas.openxmlformats.org/drawingml/2006/main">
            <a:defPPr>
              <a:defRPr sz="1800" b="1">
                <a:solidFill>
                  <a:srgbClr val="B10034"/>
                </a:solidFill>
                <a:latin typeface="Arial Narrow"/>
                <a:ea typeface="Arial Narrow"/>
                <a:cs typeface="Arial Narrow"/>
              </a:defRPr>
            </a:defPPr>
            <a:lvl1pPr marL="274220" indent="-274220"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/>
              <a:buChar char="•"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637159" indent="-274220"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Symbol"/>
              <a:buChar char="-"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000096" indent="-274220"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/>
              <a:buChar char="•"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63035" indent="-282286"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Symbol"/>
              <a:buChar char="-"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588863" indent="-301642"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Char char="•"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105042" indent="-185502" algn="l">
              <a:lnSpc>
                <a:spcPts val="2439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Char char="»"/>
              <a:tabLst>
                <a:tab pos="7902375" algn="r"/>
              </a:tabLst>
              <a:defRPr sz="1219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69603" indent="-185502" algn="l">
              <a:lnSpc>
                <a:spcPts val="2439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Char char="»"/>
              <a:tabLst>
                <a:tab pos="7902375" algn="r"/>
              </a:tabLst>
              <a:defRPr sz="1219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034164" indent="-185502" algn="l">
              <a:lnSpc>
                <a:spcPts val="2439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Char char="»"/>
              <a:tabLst>
                <a:tab pos="7902375" algn="r"/>
              </a:tabLst>
              <a:defRPr sz="1219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498725" indent="-185502" algn="l">
              <a:lnSpc>
                <a:spcPts val="2439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Char char="»"/>
              <a:tabLst>
                <a:tab pos="7902375" algn="r"/>
              </a:tabLst>
              <a:defRPr sz="1219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Font typeface="Arial"/>
              <a:buNone/>
              <a:defRPr sz="1800" b="1">
                <a:solidFill>
                  <a:srgbClr val="B10034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B10034"/>
                </a:solidFill>
                <a:latin typeface="Arial Narrow"/>
                <a:ea typeface="Arial Narrow"/>
                <a:cs typeface="Arial Narrow"/>
              </a:rPr>
              <a:t>2  ERKENNEN UND ABGLEICHEN</a:t>
            </a:r>
            <a:endParaRPr sz="1400" b="1" kern="0">
              <a:solidFill>
                <a:srgbClr val="FFFFFF"/>
              </a:solidFill>
              <a:latin typeface="Arial Narrow"/>
              <a:ea typeface="Arial Narrow"/>
              <a:cs typeface="Arial Narrow"/>
            </a:endParaRPr>
          </a:p>
        </p:txBody>
      </p:sp>
      <p:sp>
        <p:nvSpPr>
          <p:cNvPr id="15" name="Inhaltsplatzhalter 5">
            <a:extLst xmlns:a="http://schemas.openxmlformats.org/drawingml/2006/main">
              <a:ext uri="{FF2B5EF4-FFF2-40B4-BE49-F238E27FC236}">
                <a16:creationId xmlns:a16="http://schemas.microsoft.com/office/drawing/2014/main" id="{8D2AF4BF-D3E3-46FF-90D6-05B18C0D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71850"/>
            <a:ext cx="4914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0" tIns="0" rIns="0" bIns="0" anchor="t"/>
          <a:lstStyle xmlns:a="http://schemas.openxmlformats.org/drawingml/2006/main">
            <a:defPPr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marL="274220" indent="-274220"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/>
              <a:buChar char="•"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637159" indent="-274220"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Symbol"/>
              <a:buChar char="-"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000096" indent="-274220"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/>
              <a:buChar char="•"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63035" indent="-282286"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Symbol"/>
              <a:buChar char="-"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588863" indent="-301642"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Char char="•"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105042" indent="-185502" algn="l">
              <a:lnSpc>
                <a:spcPts val="2439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Char char="»"/>
              <a:tabLst>
                <a:tab pos="7902375" algn="r"/>
              </a:tabLst>
              <a:defRPr sz="1219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69603" indent="-185502" algn="l">
              <a:lnSpc>
                <a:spcPts val="2439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Char char="»"/>
              <a:tabLst>
                <a:tab pos="7902375" algn="r"/>
              </a:tabLst>
              <a:defRPr sz="1219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034164" indent="-185502" algn="l">
              <a:lnSpc>
                <a:spcPts val="2439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Char char="»"/>
              <a:tabLst>
                <a:tab pos="7902375" algn="r"/>
              </a:tabLst>
              <a:defRPr sz="1219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498725" indent="-185502" algn="l">
              <a:lnSpc>
                <a:spcPts val="2439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Char char="»"/>
              <a:tabLst>
                <a:tab pos="7902375" algn="r"/>
              </a:tabLst>
              <a:defRPr sz="1219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Produktdaten wie Grösse, Funktionen</a:t>
            </a:r>
            <a:endParaRPr sz="1400" b="1" kern="0"/>
          </a:p>
          <a:p xmlns:a="http://schemas.openxmlformats.org/drawingml/2006/main">
            <a:pPr marL="0" indent="0"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und weitere Merkmale vergleichen.</a:t>
            </a:r>
            <a:endParaRPr sz="1400" b="1" kern="0"/>
          </a:p>
        </p:txBody>
      </p:sp>
      <p:sp>
        <p:nvSpPr>
          <p:cNvPr id="16" name="Inhaltsplatzhalter 5">
            <a:extLst xmlns:a="http://schemas.openxmlformats.org/drawingml/2006/main">
              <a:ext uri="{FF2B5EF4-FFF2-40B4-BE49-F238E27FC236}">
                <a16:creationId xmlns:a16="http://schemas.microsoft.com/office/drawing/2014/main" id="{15F563DB-3B90-4714-A0B1-1A0C74B4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19100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0" tIns="0" rIns="0" bIns="0" anchor="t"/>
          <a:lstStyle xmlns:a="http://schemas.openxmlformats.org/drawingml/2006/main">
            <a:defPPr>
              <a:defRPr sz="1800" b="1">
                <a:solidFill>
                  <a:srgbClr val="B10034"/>
                </a:solidFill>
                <a:latin typeface="Arial Narrow"/>
                <a:ea typeface="Arial Narrow"/>
                <a:cs typeface="Arial Narrow"/>
              </a:defRPr>
            </a:defPPr>
            <a:lvl1pPr marL="274220" indent="-274220"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/>
              <a:buChar char="•"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637159" indent="-274220"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Symbol"/>
              <a:buChar char="-"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000096" indent="-274220"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/>
              <a:buChar char="•"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63035" indent="-282286"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Symbol"/>
              <a:buChar char="-"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588863" indent="-301642"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Char char="•"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105042" indent="-185502" algn="l">
              <a:lnSpc>
                <a:spcPts val="2439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Char char="»"/>
              <a:tabLst>
                <a:tab pos="7902375" algn="r"/>
              </a:tabLst>
              <a:defRPr sz="1219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69603" indent="-185502" algn="l">
              <a:lnSpc>
                <a:spcPts val="2439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Char char="»"/>
              <a:tabLst>
                <a:tab pos="7902375" algn="r"/>
              </a:tabLst>
              <a:defRPr sz="1219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034164" indent="-185502" algn="l">
              <a:lnSpc>
                <a:spcPts val="2439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Char char="»"/>
              <a:tabLst>
                <a:tab pos="7902375" algn="r"/>
              </a:tabLst>
              <a:defRPr sz="1219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498725" indent="-185502" algn="l">
              <a:lnSpc>
                <a:spcPts val="2439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Char char="»"/>
              <a:tabLst>
                <a:tab pos="7902375" algn="r"/>
              </a:tabLst>
              <a:defRPr sz="1219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Font typeface="Arial"/>
              <a:buNone/>
              <a:defRPr sz="1800" b="1">
                <a:solidFill>
                  <a:srgbClr val="B10034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B10034"/>
                </a:solidFill>
                <a:latin typeface="Arial Narrow"/>
                <a:ea typeface="Arial Narrow"/>
                <a:cs typeface="Arial Narrow"/>
              </a:rPr>
              <a:t>3  VICTORINOX VORSCHLAGEN</a:t>
            </a:r>
            <a:endParaRPr sz="1400" b="1" kern="0">
              <a:solidFill>
                <a:srgbClr val="FFFFFF"/>
              </a:solidFill>
              <a:latin typeface="Arial Narrow"/>
              <a:ea typeface="Arial Narrow"/>
              <a:cs typeface="Arial Narrow"/>
            </a:endParaRPr>
          </a:p>
        </p:txBody>
      </p:sp>
      <p:sp>
        <p:nvSpPr>
          <p:cNvPr id="17" name="Inhaltsplatzhalter 5">
            <a:extLst xmlns:a="http://schemas.openxmlformats.org/drawingml/2006/main">
              <a:ext uri="{FF2B5EF4-FFF2-40B4-BE49-F238E27FC236}">
                <a16:creationId xmlns:a16="http://schemas.microsoft.com/office/drawing/2014/main" id="{C641C7ED-AD49-4C20-B0F7-9BD5D671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572000"/>
            <a:ext cx="4914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0" tIns="0" rIns="0" bIns="0" anchor="t"/>
          <a:lstStyle xmlns:a="http://schemas.openxmlformats.org/drawingml/2006/main">
            <a:defPPr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marL="274220" indent="-274220"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/>
              <a:buChar char="•"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637159" indent="-274220"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Symbol"/>
              <a:buChar char="-"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000096" indent="-274220"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/>
              <a:buChar char="•"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63035" indent="-282286"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Symbol"/>
              <a:buChar char="-"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588863" indent="-301642" algn="l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Char char="•"/>
              <a:tabLst>
                <a:tab pos="7902375" algn="r"/>
              </a:tabLst>
              <a:defRPr sz="18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105042" indent="-185502" algn="l">
              <a:lnSpc>
                <a:spcPts val="2439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Char char="»"/>
              <a:tabLst>
                <a:tab pos="7902375" algn="r"/>
              </a:tabLst>
              <a:defRPr sz="1219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69603" indent="-185502" algn="l">
              <a:lnSpc>
                <a:spcPts val="2439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Char char="»"/>
              <a:tabLst>
                <a:tab pos="7902375" algn="r"/>
              </a:tabLst>
              <a:defRPr sz="1219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034164" indent="-185502" algn="l">
              <a:lnSpc>
                <a:spcPts val="2439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Char char="»"/>
              <a:tabLst>
                <a:tab pos="7902375" algn="r"/>
              </a:tabLst>
              <a:defRPr sz="1219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498725" indent="-185502" algn="l">
              <a:lnSpc>
                <a:spcPts val="2439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Char char="»"/>
              <a:tabLst>
                <a:tab pos="7902375" algn="r"/>
              </a:tabLst>
              <a:defRPr sz="1219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Ein oder mehrere passende Produkte,</a:t>
            </a:r>
            <a:endParaRPr sz="1400" b="1" kern="0"/>
          </a:p>
          <a:p xmlns:a="http://schemas.openxmlformats.org/drawingml/2006/main">
            <a:pPr marL="0" indent="0"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optional nach Übereinstimmung gewichtet.</a:t>
            </a:r>
            <a:endParaRPr sz="1400" b="1" kern="0"/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682417-7518-4F48-B43B-E3C7D1EF50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53b68e98c14b17"/>
          <a:stretch xmlns:a="http://schemas.openxmlformats.org/drawingml/2006/main"/>
        </p:blipFill>
        <p:spPr>
          <a:xfrm xmlns:a="http://schemas.openxmlformats.org/drawingml/2006/main">
            <a:off x="381000" y="1524000"/>
            <a:ext cx="3048000" cy="4572000"/>
          </a:xfrm>
          <a:prstGeom xmlns:a="http://schemas.openxmlformats.org/drawingml/2006/main" prst="rect">
            <a:avLst/>
          </a:prstGeom>
        </p:spPr>
      </p:pic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2CB744-D5A0-4F03-B84A-5904EDEE94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fe94f243546d0"/>
          <a:stretch xmlns:a="http://schemas.openxmlformats.org/drawingml/2006/main"/>
        </p:blipFill>
        <p:spPr>
          <a:xfrm xmlns:a="http://schemas.openxmlformats.org/drawingml/2006/main" rot="0">
            <a:off x="190500" y="1838325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20" name="competitor-label">
            <a:extLst xmlns:a="http://schemas.openxmlformats.org/drawingml/2006/main">
              <a:ext uri="{FF2B5EF4-FFF2-40B4-BE49-F238E27FC236}">
                <a16:creationId xmlns:a16="http://schemas.microsoft.com/office/drawing/2014/main" id="{0769B392-F4F8-4B6F-9004-A40278A9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152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900" b="0">
                <a:solidFill>
                  <a:srgbClr val="6465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64656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6567"/>
                </a:solidFill>
                <a:latin typeface="Arial"/>
                <a:ea typeface="Arial"/>
                <a:cs typeface="Arial"/>
              </a:rPr>
              <a:t>Beispiel: SWIZA D03 AM</a:t>
            </a:r>
          </a:p>
        </p:txBody>
      </p:sp>
      <p:sp>
        <p:nvSpPr>
          <p:cNvPr id="21" name="illustration-disclosure">
            <a:extLst xmlns:a="http://schemas.openxmlformats.org/drawingml/2006/main">
              <a:ext uri="{FF2B5EF4-FFF2-40B4-BE49-F238E27FC236}">
                <a16:creationId xmlns:a16="http://schemas.microsoft.com/office/drawing/2014/main" id="{B632F44F-2B51-4FEA-98B2-6DADFDC2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900" b="0">
                <a:solidFill>
                  <a:srgbClr val="6465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64656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6567"/>
                </a:solidFill>
                <a:latin typeface="Arial"/>
                <a:ea typeface="Arial"/>
                <a:cs typeface="Arial"/>
              </a:rPr>
              <a:t>Illustrative Kameraansicht</a:t>
            </a:r>
          </a:p>
        </p:txBody>
      </p:sp>
      <p:sp>
        <p:nvSpPr>
          <p:cNvPr id="22" name="prototype-goal-title">
            <a:extLst xmlns:a="http://schemas.openxmlformats.org/drawingml/2006/main">
              <a:ext uri="{FF2B5EF4-FFF2-40B4-BE49-F238E27FC236}">
                <a16:creationId xmlns:a16="http://schemas.microsoft.com/office/drawing/2014/main" id="{EEC4CBC8-DA3A-4657-96E5-CC3D3977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657850"/>
            <a:ext cx="4914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400" b="1">
                <a:solidFill>
                  <a:srgbClr val="B100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400" b="1">
                <a:solidFill>
                  <a:srgbClr val="B10034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B10034"/>
                </a:solidFill>
                <a:latin typeface="Arial"/>
                <a:ea typeface="Arial"/>
                <a:cs typeface="Arial"/>
              </a:rPr>
              <a:t>FOKUS ZUM START</a:t>
            </a:r>
          </a:p>
        </p:txBody>
      </p:sp>
      <p:sp>
        <p:nvSpPr>
          <p:cNvPr id="23" name="prototype-goal">
            <a:extLst xmlns:a="http://schemas.openxmlformats.org/drawingml/2006/main">
              <a:ext uri="{FF2B5EF4-FFF2-40B4-BE49-F238E27FC236}">
                <a16:creationId xmlns:a16="http://schemas.microsoft.com/office/drawing/2014/main" id="{76356B87-E1FA-43B3-A781-14F5DF2E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915025"/>
            <a:ext cx="491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SAK (Swiss Army Knife)</a:t>
            </a:r>
          </a:p>
          <a:p xmlns:a="http://schemas.openxmlformats.org/drawingml/2006/main">
            <a:pPr>
              <a:buNone/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Mobiler Prototyp mit Live-Demo.</a:t>
            </a:r>
          </a:p>
        </p:txBody>
      </p:sp>
      <p:sp>
        <p:nvSpPr>
          <p:cNvPr id="24" name="KI disclosure">
            <a:extLst xmlns:a="http://schemas.openxmlformats.org/drawingml/2006/main">
              <a:ext uri="{FF2B5EF4-FFF2-40B4-BE49-F238E27FC236}">
                <a16:creationId xmlns:a16="http://schemas.microsoft.com/office/drawing/2014/main" id="{19DE6E26-EDEA-4FAA-A542-8C454513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6560249"/>
            <a:ext cx="857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 algn="r">
              <a:defRPr sz="730">
                <a:solidFill>
                  <a:srgbClr val="6465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30">
                <a:solidFill>
                  <a:srgbClr val="646567"/>
                </a:solidFill>
                <a:latin typeface="Arial"/>
                <a:ea typeface="Arial"/>
                <a:cs typeface="Arial"/>
              </a:defRPr>
            </a:pPr>
            <a:r>
              <a:rPr sz="730">
                <a:solidFill>
                  <a:srgbClr val="646567"/>
                </a:solidFill>
                <a:latin typeface="Arial"/>
                <a:ea typeface="Arial"/>
                <a:cs typeface="Arial"/>
              </a:rPr>
              <a:t>KI generiert</a:t>
            </a:r>
          </a:p>
        </p:txBody>
      </p:sp>
    </p:spTree>
    <p:extLst>
      <p:ext uri="{BB962C8B-B14F-4D97-AF65-F5344CB8AC3E}">
        <p14:creationId xmlns:p14="http://schemas.microsoft.com/office/powerpoint/2010/main" val="524767658"/>
      </p:ext>
    </p:extLst>
  </p:cSld>
</p:sld>
</file>

<file path=ppt/theme/theme1.xml><?xml version="1.0" encoding="utf-8"?>
<a:theme xmlns:a="http://schemas.openxmlformats.org/drawingml/2006/main" name="VxTheme2020ArialMSJhengHei">
  <a:themeElements>
    <a:clrScheme name="VxColors2020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DADADA"/>
      </a:accent1>
      <a:accent2>
        <a:srgbClr val="C8C8C8"/>
      </a:accent2>
      <a:accent3>
        <a:srgbClr val="B2B2B2"/>
      </a:accent3>
      <a:accent4>
        <a:srgbClr val="8B8B8B"/>
      </a:accent4>
      <a:accent5>
        <a:srgbClr val="646567"/>
      </a:accent5>
      <a:accent6>
        <a:srgbClr val="555555"/>
      </a:accent6>
      <a:hlink>
        <a:srgbClr val="000000"/>
      </a:hlink>
      <a:folHlink>
        <a:srgbClr val="B2B2B2"/>
      </a:folHlink>
    </a:clrScheme>
    <a:fontScheme name="Victorinox">
      <a:majorFont>
        <a:latin typeface="Arial"/>
        <a:ea typeface="Microsoft JhengHei"/>
        <a:cs typeface=""/>
      </a:majorFont>
      <a:minorFont>
        <a:latin typeface="Arial"/>
        <a:ea typeface="Microsoft JhengHei"/>
        <a:cs typeface=""/>
      </a:minorFont>
    </a:fontScheme>
    <a:fmtScheme name="VxColors202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F3F8088F05A60419F0945971A5AE5DA" ma:contentTypeVersion="18" ma:contentTypeDescription="Ein neues Dokument erstellen." ma:contentTypeScope="" ma:versionID="f971ff63c95a96eee9ee4832b9f37bbe">
  <xsd:schema xmlns:xsd="http://www.w3.org/2001/XMLSchema" xmlns:xs="http://www.w3.org/2001/XMLSchema" xmlns:p="http://schemas.microsoft.com/office/2006/metadata/properties" xmlns:ns2="20c532af-eeae-49ac-bdbf-793fbfeea1a5" xmlns:ns3="95704f6f-05d5-4974-82e9-e482a57e6d31" targetNamespace="http://schemas.microsoft.com/office/2006/metadata/properties" ma:root="true" ma:fieldsID="3c15c077d6b4bd142d5bca1083525888" ns2:_="" ns3:_="">
    <xsd:import namespace="20c532af-eeae-49ac-bdbf-793fbfeea1a5"/>
    <xsd:import namespace="95704f6f-05d5-4974-82e9-e482a57e6d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c532af-eeae-49ac-bdbf-793fbfeea1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Bildmarkierungen" ma:readOnly="false" ma:fieldId="{5cf76f15-5ced-4ddc-b409-7134ff3c332f}" ma:taxonomyMulti="true" ma:sspId="7e625f86-d8be-4c3b-849b-101b68cf85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704f6f-05d5-4974-82e9-e482a57e6d3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817517b-33b3-4d04-802f-601615d7346f}" ma:internalName="TaxCatchAll" ma:showField="CatchAllData" ma:web="95704f6f-05d5-4974-82e9-e482a57e6d3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0c532af-eeae-49ac-bdbf-793fbfeea1a5">
      <Terms xmlns="http://schemas.microsoft.com/office/infopath/2007/PartnerControls"/>
    </lcf76f155ced4ddcb4097134ff3c332f>
    <TaxCatchAll xmlns="95704f6f-05d5-4974-82e9-e482a57e6d31" xsi:nil="true"/>
  </documentManagement>
</p:properties>
</file>

<file path=customXml/itemProps1.xml><?xml version="1.0" encoding="utf-8"?>
<ds:datastoreItem xmlns:ds="http://schemas.openxmlformats.org/officeDocument/2006/customXml" ds:itemID="{DDC040AD-F742-4E6E-B206-57CD0FB62298}"/>
</file>

<file path=customXml/itemProps2.xml><?xml version="1.0" encoding="utf-8"?>
<ds:datastoreItem xmlns:ds="http://schemas.openxmlformats.org/officeDocument/2006/customXml" ds:itemID="{440EA3C8-42E8-4A5F-8F3E-62077649FBAC}"/>
</file>

<file path=customXml/itemProps3.xml><?xml version="1.0" encoding="utf-8"?>
<ds:datastoreItem xmlns:ds="http://schemas.openxmlformats.org/officeDocument/2006/customXml" ds:itemID="{4A5C3F23-5882-4B8E-AA03-8895E3560652}"/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dcterms:created xsi:type="dcterms:W3CDTF">2026-10-14T13:12:09Z</dcterms:created>
  <dcterms:modified xsi:type="dcterms:W3CDTF">2026-10-14T13:12:09Z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0x0101008F3F8088F05A60419F0945971A5AE5DA</vt:lpwstr>
  </property>
</Properties>
</file>